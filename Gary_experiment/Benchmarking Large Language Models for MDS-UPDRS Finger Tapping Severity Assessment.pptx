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453" r:id="rId3"/>
    <p:sldId id="551" r:id="rId4"/>
    <p:sldId id="552" r:id="rId5"/>
    <p:sldId id="586" r:id="rId6"/>
    <p:sldId id="464" r:id="rId7"/>
    <p:sldId id="568" r:id="rId8"/>
    <p:sldId id="569" r:id="rId9"/>
    <p:sldId id="570" r:id="rId10"/>
    <p:sldId id="567" r:id="rId11"/>
    <p:sldId id="580" r:id="rId12"/>
    <p:sldId id="561" r:id="rId13"/>
    <p:sldId id="563" r:id="rId14"/>
    <p:sldId id="564" r:id="rId15"/>
    <p:sldId id="565" r:id="rId16"/>
    <p:sldId id="566" r:id="rId17"/>
    <p:sldId id="546" r:id="rId18"/>
    <p:sldId id="560" r:id="rId19"/>
    <p:sldId id="559" r:id="rId20"/>
    <p:sldId id="556" r:id="rId21"/>
    <p:sldId id="557" r:id="rId22"/>
    <p:sldId id="558" r:id="rId23"/>
    <p:sldId id="573" r:id="rId24"/>
    <p:sldId id="574" r:id="rId25"/>
    <p:sldId id="575" r:id="rId26"/>
    <p:sldId id="576" r:id="rId27"/>
    <p:sldId id="571" r:id="rId28"/>
    <p:sldId id="550" r:id="rId29"/>
    <p:sldId id="572" r:id="rId30"/>
    <p:sldId id="578" r:id="rId31"/>
    <p:sldId id="581" r:id="rId32"/>
    <p:sldId id="582" r:id="rId33"/>
    <p:sldId id="584" r:id="rId34"/>
    <p:sldId id="579" r:id="rId35"/>
    <p:sldId id="585" r:id="rId36"/>
    <p:sldId id="491" r:id="rId3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Main" id="{0FADE20E-DAA5-46C3-8007-11C9E9E2EBB4}">
          <p14:sldIdLst>
            <p14:sldId id="256"/>
            <p14:sldId id="453"/>
            <p14:sldId id="551"/>
            <p14:sldId id="552"/>
            <p14:sldId id="586"/>
            <p14:sldId id="464"/>
            <p14:sldId id="568"/>
            <p14:sldId id="569"/>
            <p14:sldId id="570"/>
            <p14:sldId id="567"/>
            <p14:sldId id="580"/>
            <p14:sldId id="561"/>
            <p14:sldId id="563"/>
            <p14:sldId id="564"/>
            <p14:sldId id="565"/>
            <p14:sldId id="566"/>
            <p14:sldId id="546"/>
            <p14:sldId id="560"/>
            <p14:sldId id="559"/>
            <p14:sldId id="556"/>
            <p14:sldId id="557"/>
            <p14:sldId id="558"/>
            <p14:sldId id="573"/>
            <p14:sldId id="574"/>
            <p14:sldId id="575"/>
            <p14:sldId id="576"/>
            <p14:sldId id="571"/>
            <p14:sldId id="550"/>
            <p14:sldId id="572"/>
            <p14:sldId id="578"/>
            <p14:sldId id="581"/>
            <p14:sldId id="582"/>
            <p14:sldId id="584"/>
            <p14:sldId id="579"/>
            <p14:sldId id="585"/>
            <p14:sldId id="49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53" roundtripDataSignature="AMtx7mhxxfHS6rYq4qzkfp/Vwtp83xoJ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BFBFB"/>
    <a:srgbClr val="EEF5FF"/>
    <a:srgbClr val="FDB462"/>
    <a:srgbClr val="80B1D3"/>
    <a:srgbClr val="BEBADA"/>
    <a:srgbClr val="FFFFB3"/>
    <a:srgbClr val="90D3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93460D-F768-45A9-A0A2-97E790B00629}" v="173" dt="2025-12-16T05:09:16.8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淺色樣式 2 - 輔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淺色樣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淺色樣式 1 - 輔色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457" autoAdjust="0"/>
    <p:restoredTop sz="81755" autoAdjust="0"/>
  </p:normalViewPr>
  <p:slideViewPr>
    <p:cSldViewPr snapToGrid="0">
      <p:cViewPr varScale="1">
        <p:scale>
          <a:sx n="91" d="100"/>
          <a:sy n="91" d="100"/>
        </p:scale>
        <p:origin x="1668" y="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30258"/>
    </p:cViewPr>
  </p:outlin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154" Type="http://schemas.openxmlformats.org/officeDocument/2006/relationships/presProps" Target="presProps.xml"/><Relationship Id="rId159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15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15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15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158" Type="http://schemas.microsoft.com/office/2016/11/relationships/changesInfo" Target="changesInfos/changesInfo1.xml"/><Relationship Id="rId20" Type="http://schemas.openxmlformats.org/officeDocument/2006/relationships/slide" Target="slides/slide19.xml"/><Relationship Id="rId153" Type="http://customschemas.google.com/relationships/presentationmetadata" Target="meta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星馳 王" userId="d42980830371c7b4" providerId="LiveId" clId="{75A2CC61-F113-4C14-9D64-3F5123C5CE95}"/>
    <pc:docChg chg="undo redo custSel addSld delSld modSld sldOrd modMainMaster addSection delSection modSection">
      <pc:chgData name="星馳 王" userId="d42980830371c7b4" providerId="LiveId" clId="{75A2CC61-F113-4C14-9D64-3F5123C5CE95}" dt="2026-01-06T09:20:26.505" v="1440" actId="1076"/>
      <pc:docMkLst>
        <pc:docMk/>
      </pc:docMkLst>
      <pc:sldChg chg="modSp mod">
        <pc:chgData name="星馳 王" userId="d42980830371c7b4" providerId="LiveId" clId="{75A2CC61-F113-4C14-9D64-3F5123C5CE95}" dt="2025-12-16T02:09:33.452" v="878"/>
        <pc:sldMkLst>
          <pc:docMk/>
          <pc:sldMk cId="0" sldId="256"/>
        </pc:sldMkLst>
        <pc:spChg chg="mod">
          <ac:chgData name="星馳 王" userId="d42980830371c7b4" providerId="LiveId" clId="{75A2CC61-F113-4C14-9D64-3F5123C5CE95}" dt="2025-12-16T02:09:33.452" v="878"/>
          <ac:spMkLst>
            <pc:docMk/>
            <pc:sldMk cId="0" sldId="256"/>
            <ac:spMk id="179" creationId="{00000000-0000-0000-0000-000000000000}"/>
          </ac:spMkLst>
        </pc:spChg>
      </pc:sldChg>
      <pc:sldChg chg="modSp mod">
        <pc:chgData name="星馳 王" userId="d42980830371c7b4" providerId="LiveId" clId="{75A2CC61-F113-4C14-9D64-3F5123C5CE95}" dt="2025-12-16T05:09:19.459" v="1381" actId="27636"/>
        <pc:sldMkLst>
          <pc:docMk/>
          <pc:sldMk cId="4069887131" sldId="453"/>
        </pc:sldMkLst>
        <pc:spChg chg="mod">
          <ac:chgData name="星馳 王" userId="d42980830371c7b4" providerId="LiveId" clId="{75A2CC61-F113-4C14-9D64-3F5123C5CE95}" dt="2025-12-16T05:09:19.459" v="1381" actId="27636"/>
          <ac:spMkLst>
            <pc:docMk/>
            <pc:sldMk cId="4069887131" sldId="453"/>
            <ac:spMk id="6" creationId="{00000000-0000-0000-0000-000000000000}"/>
          </ac:spMkLst>
        </pc:spChg>
      </pc:sldChg>
      <pc:sldChg chg="modSp add del mod">
        <pc:chgData name="星馳 王" userId="d42980830371c7b4" providerId="LiveId" clId="{75A2CC61-F113-4C14-9D64-3F5123C5CE95}" dt="2025-12-16T02:58:09.135" v="1089" actId="47"/>
        <pc:sldMkLst>
          <pc:docMk/>
          <pc:sldMk cId="1429020454" sldId="464"/>
        </pc:sldMkLst>
        <pc:spChg chg="mod">
          <ac:chgData name="星馳 王" userId="d42980830371c7b4" providerId="LiveId" clId="{75A2CC61-F113-4C14-9D64-3F5123C5CE95}" dt="2025-12-15T12:08:17.701" v="559" actId="20577"/>
          <ac:spMkLst>
            <pc:docMk/>
            <pc:sldMk cId="1429020454" sldId="464"/>
            <ac:spMk id="2" creationId="{8F56FF45-011A-8A87-AC6D-28557B7599F8}"/>
          </ac:spMkLst>
        </pc:spChg>
      </pc:sldChg>
      <pc:sldChg chg="addSp delSp modSp mod ord chgLayout">
        <pc:chgData name="星馳 王" userId="d42980830371c7b4" providerId="LiveId" clId="{75A2CC61-F113-4C14-9D64-3F5123C5CE95}" dt="2025-12-16T04:31:21.810" v="1364" actId="20577"/>
        <pc:sldMkLst>
          <pc:docMk/>
          <pc:sldMk cId="533847062" sldId="550"/>
        </pc:sldMkLst>
        <pc:spChg chg="mod ord">
          <ac:chgData name="星馳 王" userId="d42980830371c7b4" providerId="LiveId" clId="{75A2CC61-F113-4C14-9D64-3F5123C5CE95}" dt="2025-12-15T08:04:15.670" v="107" actId="6264"/>
          <ac:spMkLst>
            <pc:docMk/>
            <pc:sldMk cId="533847062" sldId="550"/>
            <ac:spMk id="2" creationId="{694A23E4-43A1-5373-D7D4-8D85CB185C70}"/>
          </ac:spMkLst>
        </pc:spChg>
        <pc:spChg chg="mod ord">
          <ac:chgData name="星馳 王" userId="d42980830371c7b4" providerId="LiveId" clId="{75A2CC61-F113-4C14-9D64-3F5123C5CE95}" dt="2025-12-15T08:04:15.670" v="107" actId="6264"/>
          <ac:spMkLst>
            <pc:docMk/>
            <pc:sldMk cId="533847062" sldId="550"/>
            <ac:spMk id="4" creationId="{7D6B86E6-00A6-50F7-F8CB-8179B49F72A4}"/>
          </ac:spMkLst>
        </pc:spChg>
        <pc:spChg chg="add mod">
          <ac:chgData name="星馳 王" userId="d42980830371c7b4" providerId="LiveId" clId="{75A2CC61-F113-4C14-9D64-3F5123C5CE95}" dt="2025-12-16T04:31:21.810" v="1364" actId="20577"/>
          <ac:spMkLst>
            <pc:docMk/>
            <pc:sldMk cId="533847062" sldId="550"/>
            <ac:spMk id="5" creationId="{0B31D19B-0F74-F557-2F2E-9C7A1EDB515B}"/>
          </ac:spMkLst>
        </pc:spChg>
        <pc:picChg chg="add mod modCrop">
          <ac:chgData name="星馳 王" userId="d42980830371c7b4" providerId="LiveId" clId="{75A2CC61-F113-4C14-9D64-3F5123C5CE95}" dt="2025-12-16T04:09:08.354" v="1321" actId="1076"/>
          <ac:picMkLst>
            <pc:docMk/>
            <pc:sldMk cId="533847062" sldId="550"/>
            <ac:picMk id="23" creationId="{9E50C25B-FB7C-9520-CD4D-84A0C486545B}"/>
          </ac:picMkLst>
        </pc:picChg>
      </pc:sldChg>
      <pc:sldChg chg="modSp mod">
        <pc:chgData name="星馳 王" userId="d42980830371c7b4" providerId="LiveId" clId="{75A2CC61-F113-4C14-9D64-3F5123C5CE95}" dt="2025-12-16T02:12:55.982" v="890" actId="20577"/>
        <pc:sldMkLst>
          <pc:docMk/>
          <pc:sldMk cId="3625421" sldId="551"/>
        </pc:sldMkLst>
        <pc:spChg chg="mod">
          <ac:chgData name="星馳 王" userId="d42980830371c7b4" providerId="LiveId" clId="{75A2CC61-F113-4C14-9D64-3F5123C5CE95}" dt="2025-12-16T02:12:55.982" v="890" actId="20577"/>
          <ac:spMkLst>
            <pc:docMk/>
            <pc:sldMk cId="3625421" sldId="551"/>
            <ac:spMk id="2" creationId="{4DC499B4-88BB-3508-7567-AD581860E4C3}"/>
          </ac:spMkLst>
        </pc:spChg>
      </pc:sldChg>
      <pc:sldChg chg="addSp delSp modSp mod">
        <pc:chgData name="星馳 王" userId="d42980830371c7b4" providerId="LiveId" clId="{75A2CC61-F113-4C14-9D64-3F5123C5CE95}" dt="2025-12-16T02:15:41.887" v="920" actId="20577"/>
        <pc:sldMkLst>
          <pc:docMk/>
          <pc:sldMk cId="4103286445" sldId="552"/>
        </pc:sldMkLst>
        <pc:spChg chg="mod">
          <ac:chgData name="星馳 王" userId="d42980830371c7b4" providerId="LiveId" clId="{75A2CC61-F113-4C14-9D64-3F5123C5CE95}" dt="2025-12-16T02:13:03.998" v="891"/>
          <ac:spMkLst>
            <pc:docMk/>
            <pc:sldMk cId="4103286445" sldId="552"/>
            <ac:spMk id="2" creationId="{47CC55D0-2FAF-3BB5-C802-776AB10C326A}"/>
          </ac:spMkLst>
        </pc:spChg>
        <pc:spChg chg="add mod">
          <ac:chgData name="星馳 王" userId="d42980830371c7b4" providerId="LiveId" clId="{75A2CC61-F113-4C14-9D64-3F5123C5CE95}" dt="2025-12-16T02:15:41.887" v="920" actId="20577"/>
          <ac:spMkLst>
            <pc:docMk/>
            <pc:sldMk cId="4103286445" sldId="552"/>
            <ac:spMk id="5" creationId="{23E14A71-D126-7AA8-EC84-E50E74B81CC4}"/>
          </ac:spMkLst>
        </pc:spChg>
      </pc:sldChg>
      <pc:sldChg chg="addSp delSp modSp add mod ord setBg">
        <pc:chgData name="星馳 王" userId="d42980830371c7b4" providerId="LiveId" clId="{75A2CC61-F113-4C14-9D64-3F5123C5CE95}" dt="2025-12-16T04:48:26.261" v="1368" actId="1076"/>
        <pc:sldMkLst>
          <pc:docMk/>
          <pc:sldMk cId="934452062" sldId="556"/>
        </pc:sldMkLst>
        <pc:spChg chg="add mod">
          <ac:chgData name="星馳 王" userId="d42980830371c7b4" providerId="LiveId" clId="{75A2CC61-F113-4C14-9D64-3F5123C5CE95}" dt="2025-12-15T08:07:06.826" v="135" actId="1076"/>
          <ac:spMkLst>
            <pc:docMk/>
            <pc:sldMk cId="934452062" sldId="556"/>
            <ac:spMk id="5" creationId="{60FA3528-D305-3D76-09D3-9DEC5652A0B1}"/>
          </ac:spMkLst>
        </pc:spChg>
        <pc:picChg chg="add mod">
          <ac:chgData name="星馳 王" userId="d42980830371c7b4" providerId="LiveId" clId="{75A2CC61-F113-4C14-9D64-3F5123C5CE95}" dt="2025-12-15T08:06:28.785" v="124" actId="26606"/>
          <ac:picMkLst>
            <pc:docMk/>
            <pc:sldMk cId="934452062" sldId="556"/>
            <ac:picMk id="8" creationId="{BE436B92-0BDD-2A47-21F8-CFB54B71498A}"/>
          </ac:picMkLst>
        </pc:picChg>
        <pc:picChg chg="add mod">
          <ac:chgData name="星馳 王" userId="d42980830371c7b4" providerId="LiveId" clId="{75A2CC61-F113-4C14-9D64-3F5123C5CE95}" dt="2025-12-16T04:48:26.261" v="1368" actId="1076"/>
          <ac:picMkLst>
            <pc:docMk/>
            <pc:sldMk cId="934452062" sldId="556"/>
            <ac:picMk id="10" creationId="{ABA6B8BA-094A-0B82-FE43-D9900772BC80}"/>
          </ac:picMkLst>
        </pc:picChg>
      </pc:sldChg>
      <pc:sldChg chg="addSp modSp new mod">
        <pc:chgData name="星馳 王" userId="d42980830371c7b4" providerId="LiveId" clId="{75A2CC61-F113-4C14-9D64-3F5123C5CE95}" dt="2025-12-16T04:48:34.500" v="1369" actId="1076"/>
        <pc:sldMkLst>
          <pc:docMk/>
          <pc:sldMk cId="2510054191" sldId="557"/>
        </pc:sldMkLst>
        <pc:picChg chg="add mod">
          <ac:chgData name="星馳 王" userId="d42980830371c7b4" providerId="LiveId" clId="{75A2CC61-F113-4C14-9D64-3F5123C5CE95}" dt="2025-12-15T08:08:12.713" v="152" actId="1076"/>
          <ac:picMkLst>
            <pc:docMk/>
            <pc:sldMk cId="2510054191" sldId="557"/>
            <ac:picMk id="4" creationId="{F06A18B6-DFF1-B52E-AF2A-12B30EE3AE60}"/>
          </ac:picMkLst>
        </pc:picChg>
        <pc:picChg chg="add mod">
          <ac:chgData name="星馳 王" userId="d42980830371c7b4" providerId="LiveId" clId="{75A2CC61-F113-4C14-9D64-3F5123C5CE95}" dt="2025-12-16T04:48:34.500" v="1369" actId="1076"/>
          <ac:picMkLst>
            <pc:docMk/>
            <pc:sldMk cId="2510054191" sldId="557"/>
            <ac:picMk id="6" creationId="{942AC92F-5C7E-7FE1-6562-84D353233850}"/>
          </ac:picMkLst>
        </pc:picChg>
      </pc:sldChg>
      <pc:sldChg chg="addSp delSp modSp add mod">
        <pc:chgData name="星馳 王" userId="d42980830371c7b4" providerId="LiveId" clId="{75A2CC61-F113-4C14-9D64-3F5123C5CE95}" dt="2025-12-15T08:09:11.824" v="180" actId="14100"/>
        <pc:sldMkLst>
          <pc:docMk/>
          <pc:sldMk cId="4091134383" sldId="558"/>
        </pc:sldMkLst>
        <pc:picChg chg="add mod">
          <ac:chgData name="星馳 王" userId="d42980830371c7b4" providerId="LiveId" clId="{75A2CC61-F113-4C14-9D64-3F5123C5CE95}" dt="2025-12-15T08:08:59.041" v="172" actId="1076"/>
          <ac:picMkLst>
            <pc:docMk/>
            <pc:sldMk cId="4091134383" sldId="558"/>
            <ac:picMk id="3" creationId="{CEA7F10C-0E8E-4A75-2358-672EFA2CEF18}"/>
          </ac:picMkLst>
        </pc:picChg>
        <pc:picChg chg="add mod">
          <ac:chgData name="星馳 王" userId="d42980830371c7b4" providerId="LiveId" clId="{75A2CC61-F113-4C14-9D64-3F5123C5CE95}" dt="2025-12-15T08:09:11.824" v="180" actId="14100"/>
          <ac:picMkLst>
            <pc:docMk/>
            <pc:sldMk cId="4091134383" sldId="558"/>
            <ac:picMk id="15" creationId="{1315C24B-4A7D-5141-8BE6-2CCB3D50B98B}"/>
          </ac:picMkLst>
        </pc:picChg>
      </pc:sldChg>
      <pc:sldChg chg="addSp delSp modSp new mod">
        <pc:chgData name="星馳 王" userId="d42980830371c7b4" providerId="LiveId" clId="{75A2CC61-F113-4C14-9D64-3F5123C5CE95}" dt="2025-12-16T02:27:01.205" v="954" actId="1076"/>
        <pc:sldMkLst>
          <pc:docMk/>
          <pc:sldMk cId="2515307031" sldId="559"/>
        </pc:sldMkLst>
        <pc:picChg chg="add mod">
          <ac:chgData name="星馳 王" userId="d42980830371c7b4" providerId="LiveId" clId="{75A2CC61-F113-4C14-9D64-3F5123C5CE95}" dt="2025-12-15T08:34:15.288" v="400" actId="1076"/>
          <ac:picMkLst>
            <pc:docMk/>
            <pc:sldMk cId="2515307031" sldId="559"/>
            <ac:picMk id="21" creationId="{32A8A8D0-E203-9CE7-2157-A03C4B149AC0}"/>
          </ac:picMkLst>
        </pc:picChg>
        <pc:picChg chg="add mod ord">
          <ac:chgData name="星馳 王" userId="d42980830371c7b4" providerId="LiveId" clId="{75A2CC61-F113-4C14-9D64-3F5123C5CE95}" dt="2025-12-16T02:27:01.205" v="954" actId="1076"/>
          <ac:picMkLst>
            <pc:docMk/>
            <pc:sldMk cId="2515307031" sldId="559"/>
            <ac:picMk id="23" creationId="{F636D34F-A688-3714-1D5E-C9401F8A6A6D}"/>
          </ac:picMkLst>
        </pc:picChg>
        <pc:picChg chg="add mod ord">
          <ac:chgData name="星馳 王" userId="d42980830371c7b4" providerId="LiveId" clId="{75A2CC61-F113-4C14-9D64-3F5123C5CE95}" dt="2025-12-16T02:26:45.298" v="952" actId="1076"/>
          <ac:picMkLst>
            <pc:docMk/>
            <pc:sldMk cId="2515307031" sldId="559"/>
            <ac:picMk id="25" creationId="{04424F0B-8324-0754-FA04-B0C864D2245F}"/>
          </ac:picMkLst>
        </pc:picChg>
        <pc:picChg chg="add mod">
          <ac:chgData name="星馳 王" userId="d42980830371c7b4" providerId="LiveId" clId="{75A2CC61-F113-4C14-9D64-3F5123C5CE95}" dt="2025-12-15T08:34:10.881" v="399" actId="1076"/>
          <ac:picMkLst>
            <pc:docMk/>
            <pc:sldMk cId="2515307031" sldId="559"/>
            <ac:picMk id="27" creationId="{F88C334D-8BE0-3EBB-F04E-94ED0542B866}"/>
          </ac:picMkLst>
        </pc:picChg>
        <pc:picChg chg="add mod">
          <ac:chgData name="星馳 王" userId="d42980830371c7b4" providerId="LiveId" clId="{75A2CC61-F113-4C14-9D64-3F5123C5CE95}" dt="2025-12-15T08:31:41.938" v="377" actId="1076"/>
          <ac:picMkLst>
            <pc:docMk/>
            <pc:sldMk cId="2515307031" sldId="559"/>
            <ac:picMk id="29" creationId="{62FE134D-BCD3-C433-28C9-586B25C9E52D}"/>
          </ac:picMkLst>
        </pc:picChg>
      </pc:sldChg>
      <pc:sldChg chg="addSp delSp modSp new mod">
        <pc:chgData name="星馳 王" userId="d42980830371c7b4" providerId="LiveId" clId="{75A2CC61-F113-4C14-9D64-3F5123C5CE95}" dt="2025-12-16T05:14:30.048" v="1418" actId="20577"/>
        <pc:sldMkLst>
          <pc:docMk/>
          <pc:sldMk cId="1445061323" sldId="560"/>
        </pc:sldMkLst>
        <pc:spChg chg="mod">
          <ac:chgData name="星馳 王" userId="d42980830371c7b4" providerId="LiveId" clId="{75A2CC61-F113-4C14-9D64-3F5123C5CE95}" dt="2025-12-15T13:47:58.886" v="778" actId="20577"/>
          <ac:spMkLst>
            <pc:docMk/>
            <pc:sldMk cId="1445061323" sldId="560"/>
            <ac:spMk id="2" creationId="{3B61F42B-F60D-F816-61BB-8E2589AC3354}"/>
          </ac:spMkLst>
        </pc:spChg>
        <pc:spChg chg="add mod">
          <ac:chgData name="星馳 王" userId="d42980830371c7b4" providerId="LiveId" clId="{75A2CC61-F113-4C14-9D64-3F5123C5CE95}" dt="2025-12-16T05:14:30.048" v="1418" actId="20577"/>
          <ac:spMkLst>
            <pc:docMk/>
            <pc:sldMk cId="1445061323" sldId="560"/>
            <ac:spMk id="6" creationId="{31F4B95A-40A4-1231-4D15-66DEF97E6FB0}"/>
          </ac:spMkLst>
        </pc:spChg>
        <pc:picChg chg="add mod">
          <ac:chgData name="星馳 王" userId="d42980830371c7b4" providerId="LiveId" clId="{75A2CC61-F113-4C14-9D64-3F5123C5CE95}" dt="2025-12-16T05:13:19.280" v="1386" actId="1076"/>
          <ac:picMkLst>
            <pc:docMk/>
            <pc:sldMk cId="1445061323" sldId="560"/>
            <ac:picMk id="5" creationId="{AFF0EA85-285B-6445-7BD6-882F4C863FF9}"/>
          </ac:picMkLst>
        </pc:picChg>
        <pc:picChg chg="add mod">
          <ac:chgData name="星馳 王" userId="d42980830371c7b4" providerId="LiveId" clId="{75A2CC61-F113-4C14-9D64-3F5123C5CE95}" dt="2025-12-16T05:13:19.280" v="1386" actId="1076"/>
          <ac:picMkLst>
            <pc:docMk/>
            <pc:sldMk cId="1445061323" sldId="560"/>
            <ac:picMk id="7" creationId="{178749E1-770A-E070-0D2F-9B4B02D7EE25}"/>
          </ac:picMkLst>
        </pc:picChg>
      </pc:sldChg>
      <pc:sldChg chg="addSp delSp modSp new mod">
        <pc:chgData name="星馳 王" userId="d42980830371c7b4" providerId="LiveId" clId="{75A2CC61-F113-4C14-9D64-3F5123C5CE95}" dt="2025-12-15T11:56:34.846" v="483" actId="20577"/>
        <pc:sldMkLst>
          <pc:docMk/>
          <pc:sldMk cId="4093866967" sldId="561"/>
        </pc:sldMkLst>
        <pc:spChg chg="mod">
          <ac:chgData name="星馳 王" userId="d42980830371c7b4" providerId="LiveId" clId="{75A2CC61-F113-4C14-9D64-3F5123C5CE95}" dt="2025-12-15T11:56:34.846" v="483" actId="20577"/>
          <ac:spMkLst>
            <pc:docMk/>
            <pc:sldMk cId="4093866967" sldId="561"/>
            <ac:spMk id="2" creationId="{2670CB63-B491-D8CE-AAEA-705F171E897C}"/>
          </ac:spMkLst>
        </pc:spChg>
        <pc:graphicFrameChg chg="add mod modGraphic">
          <ac:chgData name="星馳 王" userId="d42980830371c7b4" providerId="LiveId" clId="{75A2CC61-F113-4C14-9D64-3F5123C5CE95}" dt="2025-12-15T11:53:18.327" v="448" actId="113"/>
          <ac:graphicFrameMkLst>
            <pc:docMk/>
            <pc:sldMk cId="4093866967" sldId="561"/>
            <ac:graphicFrameMk id="6" creationId="{74D227AD-4031-3DEE-DEAC-4600D527B578}"/>
          </ac:graphicFrameMkLst>
        </pc:graphicFrameChg>
      </pc:sldChg>
      <pc:sldChg chg="addSp modSp new mod">
        <pc:chgData name="星馳 王" userId="d42980830371c7b4" providerId="LiveId" clId="{75A2CC61-F113-4C14-9D64-3F5123C5CE95}" dt="2025-12-15T11:59:57.769" v="496"/>
        <pc:sldMkLst>
          <pc:docMk/>
          <pc:sldMk cId="4120520098" sldId="563"/>
        </pc:sldMkLst>
        <pc:spChg chg="mod">
          <ac:chgData name="星馳 王" userId="d42980830371c7b4" providerId="LiveId" clId="{75A2CC61-F113-4C14-9D64-3F5123C5CE95}" dt="2025-12-15T11:59:57.769" v="496"/>
          <ac:spMkLst>
            <pc:docMk/>
            <pc:sldMk cId="4120520098" sldId="563"/>
            <ac:spMk id="2" creationId="{F660DA1C-17F9-49D1-1DEA-F717A1B76289}"/>
          </ac:spMkLst>
        </pc:spChg>
        <pc:graphicFrameChg chg="add mod modGraphic">
          <ac:chgData name="星馳 王" userId="d42980830371c7b4" providerId="LiveId" clId="{75A2CC61-F113-4C14-9D64-3F5123C5CE95}" dt="2025-12-15T11:59:49.310" v="495" actId="1076"/>
          <ac:graphicFrameMkLst>
            <pc:docMk/>
            <pc:sldMk cId="4120520098" sldId="563"/>
            <ac:graphicFrameMk id="4" creationId="{EF32586E-89E2-68C2-0BC2-FE4AB988129E}"/>
          </ac:graphicFrameMkLst>
        </pc:graphicFrameChg>
      </pc:sldChg>
      <pc:sldChg chg="addSp delSp modSp new mod">
        <pc:chgData name="星馳 王" userId="d42980830371c7b4" providerId="LiveId" clId="{75A2CC61-F113-4C14-9D64-3F5123C5CE95}" dt="2025-12-15T12:04:10.570" v="529" actId="255"/>
        <pc:sldMkLst>
          <pc:docMk/>
          <pc:sldMk cId="2398282605" sldId="564"/>
        </pc:sldMkLst>
        <pc:spChg chg="mod">
          <ac:chgData name="星馳 王" userId="d42980830371c7b4" providerId="LiveId" clId="{75A2CC61-F113-4C14-9D64-3F5123C5CE95}" dt="2025-12-15T12:00:26.798" v="517" actId="20577"/>
          <ac:spMkLst>
            <pc:docMk/>
            <pc:sldMk cId="2398282605" sldId="564"/>
            <ac:spMk id="2" creationId="{ABB76D3C-C564-1406-BAC2-C618789A2AA7}"/>
          </ac:spMkLst>
        </pc:spChg>
        <pc:graphicFrameChg chg="add mod modGraphic">
          <ac:chgData name="星馳 王" userId="d42980830371c7b4" providerId="LiveId" clId="{75A2CC61-F113-4C14-9D64-3F5123C5CE95}" dt="2025-12-15T12:04:10.570" v="529" actId="255"/>
          <ac:graphicFrameMkLst>
            <pc:docMk/>
            <pc:sldMk cId="2398282605" sldId="564"/>
            <ac:graphicFrameMk id="6" creationId="{8B6F25C2-A0F8-85BB-0B65-CDF7EEA3349B}"/>
          </ac:graphicFrameMkLst>
        </pc:graphicFrameChg>
      </pc:sldChg>
      <pc:sldChg chg="addSp modSp new mod">
        <pc:chgData name="星馳 王" userId="d42980830371c7b4" providerId="LiveId" clId="{75A2CC61-F113-4C14-9D64-3F5123C5CE95}" dt="2025-12-15T12:06:24.708" v="547" actId="255"/>
        <pc:sldMkLst>
          <pc:docMk/>
          <pc:sldMk cId="3147399575" sldId="565"/>
        </pc:sldMkLst>
        <pc:spChg chg="mod">
          <ac:chgData name="星馳 王" userId="d42980830371c7b4" providerId="LiveId" clId="{75A2CC61-F113-4C14-9D64-3F5123C5CE95}" dt="2025-12-15T12:04:24.583" v="531"/>
          <ac:spMkLst>
            <pc:docMk/>
            <pc:sldMk cId="3147399575" sldId="565"/>
            <ac:spMk id="2" creationId="{FFF373DC-AC8A-00CF-0342-D0C9C2E51EC7}"/>
          </ac:spMkLst>
        </pc:spChg>
        <pc:graphicFrameChg chg="add mod modGraphic">
          <ac:chgData name="星馳 王" userId="d42980830371c7b4" providerId="LiveId" clId="{75A2CC61-F113-4C14-9D64-3F5123C5CE95}" dt="2025-12-15T12:06:24.708" v="547" actId="255"/>
          <ac:graphicFrameMkLst>
            <pc:docMk/>
            <pc:sldMk cId="3147399575" sldId="565"/>
            <ac:graphicFrameMk id="4" creationId="{699D217C-DBB0-5C39-7281-4B791F12DE5F}"/>
          </ac:graphicFrameMkLst>
        </pc:graphicFrameChg>
      </pc:sldChg>
      <pc:sldChg chg="modSp add mod">
        <pc:chgData name="星馳 王" userId="d42980830371c7b4" providerId="LiveId" clId="{75A2CC61-F113-4C14-9D64-3F5123C5CE95}" dt="2025-12-15T12:07:47.704" v="554" actId="255"/>
        <pc:sldMkLst>
          <pc:docMk/>
          <pc:sldMk cId="1224707184" sldId="566"/>
        </pc:sldMkLst>
        <pc:graphicFrameChg chg="mod modGraphic">
          <ac:chgData name="星馳 王" userId="d42980830371c7b4" providerId="LiveId" clId="{75A2CC61-F113-4C14-9D64-3F5123C5CE95}" dt="2025-12-15T12:07:47.704" v="554" actId="255"/>
          <ac:graphicFrameMkLst>
            <pc:docMk/>
            <pc:sldMk cId="1224707184" sldId="566"/>
            <ac:graphicFrameMk id="4" creationId="{A5F04420-9FF8-DFCE-23C4-78A674F6C498}"/>
          </ac:graphicFrameMkLst>
        </pc:graphicFrameChg>
      </pc:sldChg>
      <pc:sldChg chg="modSp add mod">
        <pc:chgData name="星馳 王" userId="d42980830371c7b4" providerId="LiveId" clId="{75A2CC61-F113-4C14-9D64-3F5123C5CE95}" dt="2025-12-15T12:08:29.775" v="571" actId="20577"/>
        <pc:sldMkLst>
          <pc:docMk/>
          <pc:sldMk cId="264138459" sldId="567"/>
        </pc:sldMkLst>
        <pc:spChg chg="mod">
          <ac:chgData name="星馳 王" userId="d42980830371c7b4" providerId="LiveId" clId="{75A2CC61-F113-4C14-9D64-3F5123C5CE95}" dt="2025-12-15T12:08:29.775" v="571" actId="20577"/>
          <ac:spMkLst>
            <pc:docMk/>
            <pc:sldMk cId="264138459" sldId="567"/>
            <ac:spMk id="2" creationId="{C7916885-12B7-1CE1-C1C5-69B64300257A}"/>
          </ac:spMkLst>
        </pc:spChg>
      </pc:sldChg>
      <pc:sldChg chg="addSp delSp modSp new mod">
        <pc:chgData name="星馳 王" userId="d42980830371c7b4" providerId="LiveId" clId="{75A2CC61-F113-4C14-9D64-3F5123C5CE95}" dt="2025-12-16T02:32:07.514" v="955" actId="20577"/>
        <pc:sldMkLst>
          <pc:docMk/>
          <pc:sldMk cId="1814507770" sldId="568"/>
        </pc:sldMkLst>
        <pc:spChg chg="mod">
          <ac:chgData name="星馳 王" userId="d42980830371c7b4" providerId="LiveId" clId="{75A2CC61-F113-4C14-9D64-3F5123C5CE95}" dt="2025-12-15T12:18:31.221" v="575"/>
          <ac:spMkLst>
            <pc:docMk/>
            <pc:sldMk cId="1814507770" sldId="568"/>
            <ac:spMk id="2" creationId="{8EC74EE3-9086-CE9B-60A1-6E760A348CE5}"/>
          </ac:spMkLst>
        </pc:spChg>
        <pc:spChg chg="add mod">
          <ac:chgData name="星馳 王" userId="d42980830371c7b4" providerId="LiveId" clId="{75A2CC61-F113-4C14-9D64-3F5123C5CE95}" dt="2025-12-16T02:32:07.514" v="955" actId="20577"/>
          <ac:spMkLst>
            <pc:docMk/>
            <pc:sldMk cId="1814507770" sldId="568"/>
            <ac:spMk id="5" creationId="{6D0B4C0A-DBE8-C28F-6848-6D9D4D9483CC}"/>
          </ac:spMkLst>
        </pc:spChg>
      </pc:sldChg>
      <pc:sldChg chg="addSp delSp modSp new mod">
        <pc:chgData name="星馳 王" userId="d42980830371c7b4" providerId="LiveId" clId="{75A2CC61-F113-4C14-9D64-3F5123C5CE95}" dt="2025-12-16T02:17:43.363" v="939" actId="14100"/>
        <pc:sldMkLst>
          <pc:docMk/>
          <pc:sldMk cId="3939400521" sldId="569"/>
        </pc:sldMkLst>
        <pc:spChg chg="mod">
          <ac:chgData name="星馳 王" userId="d42980830371c7b4" providerId="LiveId" clId="{75A2CC61-F113-4C14-9D64-3F5123C5CE95}" dt="2025-12-15T12:52:40.919" v="702" actId="20577"/>
          <ac:spMkLst>
            <pc:docMk/>
            <pc:sldMk cId="3939400521" sldId="569"/>
            <ac:spMk id="2" creationId="{00D8968C-B385-4331-556C-F91CB9A2A965}"/>
          </ac:spMkLst>
        </pc:spChg>
        <pc:picChg chg="add mod">
          <ac:chgData name="星馳 王" userId="d42980830371c7b4" providerId="LiveId" clId="{75A2CC61-F113-4C14-9D64-3F5123C5CE95}" dt="2025-12-16T02:17:43.363" v="939" actId="14100"/>
          <ac:picMkLst>
            <pc:docMk/>
            <pc:sldMk cId="3939400521" sldId="569"/>
            <ac:picMk id="5" creationId="{18ECC181-6794-FEF1-F2C6-9C297A54B3CD}"/>
          </ac:picMkLst>
        </pc:picChg>
      </pc:sldChg>
      <pc:sldChg chg="addSp delSp modSp add mod">
        <pc:chgData name="星馳 王" userId="d42980830371c7b4" providerId="LiveId" clId="{75A2CC61-F113-4C14-9D64-3F5123C5CE95}" dt="2025-12-16T02:19:23.852" v="948" actId="1076"/>
        <pc:sldMkLst>
          <pc:docMk/>
          <pc:sldMk cId="2729282490" sldId="570"/>
        </pc:sldMkLst>
        <pc:spChg chg="mod">
          <ac:chgData name="星馳 王" userId="d42980830371c7b4" providerId="LiveId" clId="{75A2CC61-F113-4C14-9D64-3F5123C5CE95}" dt="2025-12-15T13:01:28.384" v="706" actId="20577"/>
          <ac:spMkLst>
            <pc:docMk/>
            <pc:sldMk cId="2729282490" sldId="570"/>
            <ac:spMk id="2" creationId="{D650249B-BE0E-6615-6A75-8EE351E45B28}"/>
          </ac:spMkLst>
        </pc:spChg>
        <pc:picChg chg="add mod">
          <ac:chgData name="星馳 王" userId="d42980830371c7b4" providerId="LiveId" clId="{75A2CC61-F113-4C14-9D64-3F5123C5CE95}" dt="2025-12-16T02:19:23.852" v="948" actId="1076"/>
          <ac:picMkLst>
            <pc:docMk/>
            <pc:sldMk cId="2729282490" sldId="570"/>
            <ac:picMk id="8" creationId="{4BBE76A9-A08D-B91B-FCE5-E058CA4A136F}"/>
          </ac:picMkLst>
        </pc:picChg>
      </pc:sldChg>
      <pc:sldChg chg="modSp add mod">
        <pc:chgData name="星馳 王" userId="d42980830371c7b4" providerId="LiveId" clId="{75A2CC61-F113-4C14-9D64-3F5123C5CE95}" dt="2025-12-15T13:16:12.618" v="729" actId="20577"/>
        <pc:sldMkLst>
          <pc:docMk/>
          <pc:sldMk cId="3996415818" sldId="571"/>
        </pc:sldMkLst>
        <pc:spChg chg="mod">
          <ac:chgData name="星馳 王" userId="d42980830371c7b4" providerId="LiveId" clId="{75A2CC61-F113-4C14-9D64-3F5123C5CE95}" dt="2025-12-15T13:16:12.618" v="729" actId="20577"/>
          <ac:spMkLst>
            <pc:docMk/>
            <pc:sldMk cId="3996415818" sldId="571"/>
            <ac:spMk id="2" creationId="{D28E3944-6882-F048-6920-BE0EB04A20D6}"/>
          </ac:spMkLst>
        </pc:spChg>
      </pc:sldChg>
      <pc:sldChg chg="addSp delSp modSp add mod">
        <pc:chgData name="星馳 王" userId="d42980830371c7b4" providerId="LiveId" clId="{75A2CC61-F113-4C14-9D64-3F5123C5CE95}" dt="2025-12-15T14:14:19.082" v="840" actId="1076"/>
        <pc:sldMkLst>
          <pc:docMk/>
          <pc:sldMk cId="2762175157" sldId="572"/>
        </pc:sldMkLst>
        <pc:spChg chg="mod">
          <ac:chgData name="星馳 王" userId="d42980830371c7b4" providerId="LiveId" clId="{75A2CC61-F113-4C14-9D64-3F5123C5CE95}" dt="2025-12-15T13:16:28.880" v="735" actId="20577"/>
          <ac:spMkLst>
            <pc:docMk/>
            <pc:sldMk cId="2762175157" sldId="572"/>
            <ac:spMk id="2" creationId="{DBDCB7D6-FD0D-C274-287B-858A857CF24F}"/>
          </ac:spMkLst>
        </pc:spChg>
        <pc:picChg chg="add mod modCrop">
          <ac:chgData name="星馳 王" userId="d42980830371c7b4" providerId="LiveId" clId="{75A2CC61-F113-4C14-9D64-3F5123C5CE95}" dt="2025-12-15T14:14:19.082" v="840" actId="1076"/>
          <ac:picMkLst>
            <pc:docMk/>
            <pc:sldMk cId="2762175157" sldId="572"/>
            <ac:picMk id="5" creationId="{A71EDCB0-7943-9474-8FFB-C7E23C75C6F2}"/>
          </ac:picMkLst>
        </pc:picChg>
      </pc:sldChg>
      <pc:sldChg chg="addSp modSp new mod ord">
        <pc:chgData name="星馳 王" userId="d42980830371c7b4" providerId="LiveId" clId="{75A2CC61-F113-4C14-9D64-3F5123C5CE95}" dt="2025-12-15T13:50:28.276" v="806"/>
        <pc:sldMkLst>
          <pc:docMk/>
          <pc:sldMk cId="2676749095" sldId="573"/>
        </pc:sldMkLst>
        <pc:spChg chg="mod">
          <ac:chgData name="星馳 王" userId="d42980830371c7b4" providerId="LiveId" clId="{75A2CC61-F113-4C14-9D64-3F5123C5CE95}" dt="2025-12-15T13:50:28.276" v="806"/>
          <ac:spMkLst>
            <pc:docMk/>
            <pc:sldMk cId="2676749095" sldId="573"/>
            <ac:spMk id="2" creationId="{1E50B4C0-8EDB-01D2-E1B5-73DEB67482A7}"/>
          </ac:spMkLst>
        </pc:spChg>
        <pc:picChg chg="add mod">
          <ac:chgData name="星馳 王" userId="d42980830371c7b4" providerId="LiveId" clId="{75A2CC61-F113-4C14-9D64-3F5123C5CE95}" dt="2025-12-15T13:47:19.692" v="760" actId="1076"/>
          <ac:picMkLst>
            <pc:docMk/>
            <pc:sldMk cId="2676749095" sldId="573"/>
            <ac:picMk id="5" creationId="{04DA819C-A502-D03C-4143-148C521FE521}"/>
          </ac:picMkLst>
        </pc:picChg>
        <pc:picChg chg="add mod">
          <ac:chgData name="星馳 王" userId="d42980830371c7b4" providerId="LiveId" clId="{75A2CC61-F113-4C14-9D64-3F5123C5CE95}" dt="2025-12-15T13:47:30.321" v="763" actId="14100"/>
          <ac:picMkLst>
            <pc:docMk/>
            <pc:sldMk cId="2676749095" sldId="573"/>
            <ac:picMk id="7" creationId="{77278E1C-8543-8F69-B6F8-19BAC34E31D8}"/>
          </ac:picMkLst>
        </pc:picChg>
      </pc:sldChg>
      <pc:sldChg chg="addSp modSp new mod">
        <pc:chgData name="星馳 王" userId="d42980830371c7b4" providerId="LiveId" clId="{75A2CC61-F113-4C14-9D64-3F5123C5CE95}" dt="2025-12-15T13:48:49.237" v="797" actId="1076"/>
        <pc:sldMkLst>
          <pc:docMk/>
          <pc:sldMk cId="2937383641" sldId="574"/>
        </pc:sldMkLst>
        <pc:spChg chg="mod">
          <ac:chgData name="星馳 王" userId="d42980830371c7b4" providerId="LiveId" clId="{75A2CC61-F113-4C14-9D64-3F5123C5CE95}" dt="2025-12-15T13:48:29.830" v="784"/>
          <ac:spMkLst>
            <pc:docMk/>
            <pc:sldMk cId="2937383641" sldId="574"/>
            <ac:spMk id="2" creationId="{6940280F-0D11-C94B-58A8-51BDF055277F}"/>
          </ac:spMkLst>
        </pc:spChg>
        <pc:picChg chg="add mod">
          <ac:chgData name="星馳 王" userId="d42980830371c7b4" providerId="LiveId" clId="{75A2CC61-F113-4C14-9D64-3F5123C5CE95}" dt="2025-12-15T13:48:45.871" v="794" actId="1076"/>
          <ac:picMkLst>
            <pc:docMk/>
            <pc:sldMk cId="2937383641" sldId="574"/>
            <ac:picMk id="5" creationId="{6F4173AD-4298-5C17-68B5-EBF5BF4104FC}"/>
          </ac:picMkLst>
        </pc:picChg>
        <pc:picChg chg="add mod">
          <ac:chgData name="星馳 王" userId="d42980830371c7b4" providerId="LiveId" clId="{75A2CC61-F113-4C14-9D64-3F5123C5CE95}" dt="2025-12-15T13:48:49.237" v="797" actId="1076"/>
          <ac:picMkLst>
            <pc:docMk/>
            <pc:sldMk cId="2937383641" sldId="574"/>
            <ac:picMk id="7" creationId="{EB072F98-E693-3F3C-5739-FF8E1E00A768}"/>
          </ac:picMkLst>
        </pc:picChg>
      </pc:sldChg>
      <pc:sldChg chg="addSp delSp modSp add mod">
        <pc:chgData name="星馳 王" userId="d42980830371c7b4" providerId="LiveId" clId="{75A2CC61-F113-4C14-9D64-3F5123C5CE95}" dt="2025-12-15T13:51:01.744" v="820" actId="1076"/>
        <pc:sldMkLst>
          <pc:docMk/>
          <pc:sldMk cId="3077369114" sldId="575"/>
        </pc:sldMkLst>
        <pc:spChg chg="mod">
          <ac:chgData name="星馳 王" userId="d42980830371c7b4" providerId="LiveId" clId="{75A2CC61-F113-4C14-9D64-3F5123C5CE95}" dt="2025-12-15T13:50:16.101" v="804" actId="20577"/>
          <ac:spMkLst>
            <pc:docMk/>
            <pc:sldMk cId="3077369114" sldId="575"/>
            <ac:spMk id="5" creationId="{3A6F57D3-995A-73CA-E80E-A8974E5E3BAD}"/>
          </ac:spMkLst>
        </pc:spChg>
        <pc:picChg chg="add mod">
          <ac:chgData name="星馳 王" userId="d42980830371c7b4" providerId="LiveId" clId="{75A2CC61-F113-4C14-9D64-3F5123C5CE95}" dt="2025-12-15T13:51:00.237" v="819" actId="1076"/>
          <ac:picMkLst>
            <pc:docMk/>
            <pc:sldMk cId="3077369114" sldId="575"/>
            <ac:picMk id="3" creationId="{C4186FF8-D7BC-226A-354F-9D80FB522890}"/>
          </ac:picMkLst>
        </pc:picChg>
        <pc:picChg chg="add mod">
          <ac:chgData name="星馳 王" userId="d42980830371c7b4" providerId="LiveId" clId="{75A2CC61-F113-4C14-9D64-3F5123C5CE95}" dt="2025-12-15T13:51:01.744" v="820" actId="1076"/>
          <ac:picMkLst>
            <pc:docMk/>
            <pc:sldMk cId="3077369114" sldId="575"/>
            <ac:picMk id="6" creationId="{2854738D-AA9F-8957-4FC9-0DC76EFDF46F}"/>
          </ac:picMkLst>
        </pc:picChg>
      </pc:sldChg>
      <pc:sldChg chg="addSp delSp modSp add mod">
        <pc:chgData name="星馳 王" userId="d42980830371c7b4" providerId="LiveId" clId="{75A2CC61-F113-4C14-9D64-3F5123C5CE95}" dt="2025-12-15T13:51:53.444" v="837" actId="14100"/>
        <pc:sldMkLst>
          <pc:docMk/>
          <pc:sldMk cId="3521353408" sldId="576"/>
        </pc:sldMkLst>
        <pc:picChg chg="add mod">
          <ac:chgData name="星馳 王" userId="d42980830371c7b4" providerId="LiveId" clId="{75A2CC61-F113-4C14-9D64-3F5123C5CE95}" dt="2025-12-15T13:51:38.842" v="831" actId="14100"/>
          <ac:picMkLst>
            <pc:docMk/>
            <pc:sldMk cId="3521353408" sldId="576"/>
            <ac:picMk id="5" creationId="{802FB5B3-AC0E-F0C1-4FA8-1844F74B9510}"/>
          </ac:picMkLst>
        </pc:picChg>
        <pc:picChg chg="add mod">
          <ac:chgData name="星馳 王" userId="d42980830371c7b4" providerId="LiveId" clId="{75A2CC61-F113-4C14-9D64-3F5123C5CE95}" dt="2025-12-15T13:51:53.444" v="837" actId="14100"/>
          <ac:picMkLst>
            <pc:docMk/>
            <pc:sldMk cId="3521353408" sldId="576"/>
            <ac:picMk id="8" creationId="{5BDF57A8-C745-AA74-4ECA-977338A0EBB2}"/>
          </ac:picMkLst>
        </pc:picChg>
      </pc:sldChg>
      <pc:sldChg chg="modSp add mod">
        <pc:chgData name="星馳 王" userId="d42980830371c7b4" providerId="LiveId" clId="{75A2CC61-F113-4C14-9D64-3F5123C5CE95}" dt="2025-12-16T05:09:05.417" v="1370" actId="20577"/>
        <pc:sldMkLst>
          <pc:docMk/>
          <pc:sldMk cId="3684231310" sldId="578"/>
        </pc:sldMkLst>
        <pc:spChg chg="mod">
          <ac:chgData name="星馳 王" userId="d42980830371c7b4" providerId="LiveId" clId="{75A2CC61-F113-4C14-9D64-3F5123C5CE95}" dt="2025-12-16T05:09:05.417" v="1370" actId="20577"/>
          <ac:spMkLst>
            <pc:docMk/>
            <pc:sldMk cId="3684231310" sldId="578"/>
            <ac:spMk id="2" creationId="{DA6D597A-54ED-6F82-A5F3-671D9591820D}"/>
          </ac:spMkLst>
        </pc:spChg>
      </pc:sldChg>
      <pc:sldChg chg="modSp add mod">
        <pc:chgData name="星馳 王" userId="d42980830371c7b4" providerId="LiveId" clId="{75A2CC61-F113-4C14-9D64-3F5123C5CE95}" dt="2025-12-15T14:15:46.097" v="877" actId="20577"/>
        <pc:sldMkLst>
          <pc:docMk/>
          <pc:sldMk cId="3757110338" sldId="579"/>
        </pc:sldMkLst>
        <pc:spChg chg="mod">
          <ac:chgData name="星馳 王" userId="d42980830371c7b4" providerId="LiveId" clId="{75A2CC61-F113-4C14-9D64-3F5123C5CE95}" dt="2025-12-15T14:15:46.097" v="877" actId="20577"/>
          <ac:spMkLst>
            <pc:docMk/>
            <pc:sldMk cId="3757110338" sldId="579"/>
            <ac:spMk id="2" creationId="{2B647797-6517-E291-08BE-EF9812438DFA}"/>
          </ac:spMkLst>
        </pc:spChg>
      </pc:sldChg>
      <pc:sldChg chg="addSp delSp modSp new mod">
        <pc:chgData name="星馳 王" userId="d42980830371c7b4" providerId="LiveId" clId="{75A2CC61-F113-4C14-9D64-3F5123C5CE95}" dt="2025-12-16T02:53:17.869" v="1077"/>
        <pc:sldMkLst>
          <pc:docMk/>
          <pc:sldMk cId="1411481246" sldId="580"/>
        </pc:sldMkLst>
        <pc:spChg chg="mod">
          <ac:chgData name="星馳 王" userId="d42980830371c7b4" providerId="LiveId" clId="{75A2CC61-F113-4C14-9D64-3F5123C5CE95}" dt="2025-12-16T02:53:17.869" v="1077"/>
          <ac:spMkLst>
            <pc:docMk/>
            <pc:sldMk cId="1411481246" sldId="580"/>
            <ac:spMk id="2" creationId="{0F93EEEC-7FFE-B1A7-EF83-7DDD3BD9B20E}"/>
          </ac:spMkLst>
        </pc:spChg>
        <pc:spChg chg="add mod">
          <ac:chgData name="星馳 王" userId="d42980830371c7b4" providerId="LiveId" clId="{75A2CC61-F113-4C14-9D64-3F5123C5CE95}" dt="2025-12-16T02:52:54.064" v="1074" actId="255"/>
          <ac:spMkLst>
            <pc:docMk/>
            <pc:sldMk cId="1411481246" sldId="580"/>
            <ac:spMk id="7" creationId="{B7A9338C-155D-BDBB-899B-35F0D05FFEB8}"/>
          </ac:spMkLst>
        </pc:spChg>
        <pc:spChg chg="add mod">
          <ac:chgData name="星馳 王" userId="d42980830371c7b4" providerId="LiveId" clId="{75A2CC61-F113-4C14-9D64-3F5123C5CE95}" dt="2025-12-16T02:52:54.064" v="1074" actId="255"/>
          <ac:spMkLst>
            <pc:docMk/>
            <pc:sldMk cId="1411481246" sldId="580"/>
            <ac:spMk id="8" creationId="{A12FF31B-C2BE-E05F-E8B3-733549A43D5E}"/>
          </ac:spMkLst>
        </pc:spChg>
        <pc:spChg chg="add mod">
          <ac:chgData name="星馳 王" userId="d42980830371c7b4" providerId="LiveId" clId="{75A2CC61-F113-4C14-9D64-3F5123C5CE95}" dt="2025-12-16T02:52:54.064" v="1074" actId="255"/>
          <ac:spMkLst>
            <pc:docMk/>
            <pc:sldMk cId="1411481246" sldId="580"/>
            <ac:spMk id="9" creationId="{B1EE7AEF-2A4E-06B5-E130-E68CE00D90CD}"/>
          </ac:spMkLst>
        </pc:spChg>
        <pc:spChg chg="add mod">
          <ac:chgData name="星馳 王" userId="d42980830371c7b4" providerId="LiveId" clId="{75A2CC61-F113-4C14-9D64-3F5123C5CE95}" dt="2025-12-16T02:52:54.064" v="1074" actId="255"/>
          <ac:spMkLst>
            <pc:docMk/>
            <pc:sldMk cId="1411481246" sldId="580"/>
            <ac:spMk id="10" creationId="{4F745BAE-F556-5718-C486-DD3F437EF15A}"/>
          </ac:spMkLst>
        </pc:spChg>
        <pc:spChg chg="add mod">
          <ac:chgData name="星馳 王" userId="d42980830371c7b4" providerId="LiveId" clId="{75A2CC61-F113-4C14-9D64-3F5123C5CE95}" dt="2025-12-16T02:52:54.064" v="1074" actId="255"/>
          <ac:spMkLst>
            <pc:docMk/>
            <pc:sldMk cId="1411481246" sldId="580"/>
            <ac:spMk id="11" creationId="{28C6B566-9266-FE03-0C86-7135C4861272}"/>
          </ac:spMkLst>
        </pc:spChg>
        <pc:spChg chg="add mod">
          <ac:chgData name="星馳 王" userId="d42980830371c7b4" providerId="LiveId" clId="{75A2CC61-F113-4C14-9D64-3F5123C5CE95}" dt="2025-12-16T02:53:00.849" v="1076" actId="1076"/>
          <ac:spMkLst>
            <pc:docMk/>
            <pc:sldMk cId="1411481246" sldId="580"/>
            <ac:spMk id="13" creationId="{63268377-21DD-84F4-F839-94533D277BCC}"/>
          </ac:spMkLst>
        </pc:spChg>
        <pc:spChg chg="add mod">
          <ac:chgData name="星馳 王" userId="d42980830371c7b4" providerId="LiveId" clId="{75A2CC61-F113-4C14-9D64-3F5123C5CE95}" dt="2025-12-16T02:52:54.064" v="1074" actId="255"/>
          <ac:spMkLst>
            <pc:docMk/>
            <pc:sldMk cId="1411481246" sldId="580"/>
            <ac:spMk id="14" creationId="{EC372172-8EFF-287B-31DE-7B8DE6617E4C}"/>
          </ac:spMkLst>
        </pc:spChg>
      </pc:sldChg>
      <pc:sldChg chg="addSp modSp new mod">
        <pc:chgData name="星馳 王" userId="d42980830371c7b4" providerId="LiveId" clId="{75A2CC61-F113-4C14-9D64-3F5123C5CE95}" dt="2025-12-16T03:05:53.699" v="1114" actId="20577"/>
        <pc:sldMkLst>
          <pc:docMk/>
          <pc:sldMk cId="4196778862" sldId="581"/>
        </pc:sldMkLst>
        <pc:spChg chg="mod">
          <ac:chgData name="星馳 王" userId="d42980830371c7b4" providerId="LiveId" clId="{75A2CC61-F113-4C14-9D64-3F5123C5CE95}" dt="2025-12-16T03:03:59.042" v="1096"/>
          <ac:spMkLst>
            <pc:docMk/>
            <pc:sldMk cId="4196778862" sldId="581"/>
            <ac:spMk id="2" creationId="{5CC1EF36-C9DE-DEBE-37AA-FBDAE2122130}"/>
          </ac:spMkLst>
        </pc:spChg>
        <pc:spChg chg="add mod">
          <ac:chgData name="星馳 王" userId="d42980830371c7b4" providerId="LiveId" clId="{75A2CC61-F113-4C14-9D64-3F5123C5CE95}" dt="2025-12-16T03:05:53.699" v="1114" actId="20577"/>
          <ac:spMkLst>
            <pc:docMk/>
            <pc:sldMk cId="4196778862" sldId="581"/>
            <ac:spMk id="5" creationId="{526355BC-81B4-1F8B-F3DA-55E3058B4477}"/>
          </ac:spMkLst>
        </pc:spChg>
      </pc:sldChg>
      <pc:sldChg chg="addSp delSp modSp new mod">
        <pc:chgData name="星馳 王" userId="d42980830371c7b4" providerId="LiveId" clId="{75A2CC61-F113-4C14-9D64-3F5123C5CE95}" dt="2025-12-16T03:08:25.201" v="1148" actId="20577"/>
        <pc:sldMkLst>
          <pc:docMk/>
          <pc:sldMk cId="1243115216" sldId="582"/>
        </pc:sldMkLst>
        <pc:spChg chg="mod">
          <ac:chgData name="星馳 王" userId="d42980830371c7b4" providerId="LiveId" clId="{75A2CC61-F113-4C14-9D64-3F5123C5CE95}" dt="2025-12-16T03:06:06.709" v="1115"/>
          <ac:spMkLst>
            <pc:docMk/>
            <pc:sldMk cId="1243115216" sldId="582"/>
            <ac:spMk id="2" creationId="{B50AB254-367C-7B64-C645-4B03E59DD620}"/>
          </ac:spMkLst>
        </pc:spChg>
        <pc:spChg chg="add mod">
          <ac:chgData name="星馳 王" userId="d42980830371c7b4" providerId="LiveId" clId="{75A2CC61-F113-4C14-9D64-3F5123C5CE95}" dt="2025-12-16T03:08:25.201" v="1148" actId="20577"/>
          <ac:spMkLst>
            <pc:docMk/>
            <pc:sldMk cId="1243115216" sldId="582"/>
            <ac:spMk id="9" creationId="{63A3030B-A0C2-4A9D-C106-9DEF5A25E990}"/>
          </ac:spMkLst>
        </pc:spChg>
      </pc:sldChg>
      <pc:sldChg chg="addSp modSp new mod">
        <pc:chgData name="星馳 王" userId="d42980830371c7b4" providerId="LiveId" clId="{75A2CC61-F113-4C14-9D64-3F5123C5CE95}" dt="2025-12-16T03:32:49.566" v="1194" actId="20577"/>
        <pc:sldMkLst>
          <pc:docMk/>
          <pc:sldMk cId="348467835" sldId="584"/>
        </pc:sldMkLst>
        <pc:spChg chg="mod">
          <ac:chgData name="星馳 王" userId="d42980830371c7b4" providerId="LiveId" clId="{75A2CC61-F113-4C14-9D64-3F5123C5CE95}" dt="2025-12-16T03:28:48.966" v="1152" actId="27636"/>
          <ac:spMkLst>
            <pc:docMk/>
            <pc:sldMk cId="348467835" sldId="584"/>
            <ac:spMk id="2" creationId="{6046DA2C-4BBB-6803-071B-27BCA1A5CC52}"/>
          </ac:spMkLst>
        </pc:spChg>
        <pc:spChg chg="add mod">
          <ac:chgData name="星馳 王" userId="d42980830371c7b4" providerId="LiveId" clId="{75A2CC61-F113-4C14-9D64-3F5123C5CE95}" dt="2025-12-16T03:32:49.566" v="1194" actId="20577"/>
          <ac:spMkLst>
            <pc:docMk/>
            <pc:sldMk cId="348467835" sldId="584"/>
            <ac:spMk id="9" creationId="{3AEC89E6-E4C7-8164-0876-F3D7126CB88D}"/>
          </ac:spMkLst>
        </pc:spChg>
      </pc:sldChg>
      <pc:sldChg chg="addSp modSp new mod">
        <pc:chgData name="星馳 王" userId="d42980830371c7b4" providerId="LiveId" clId="{75A2CC61-F113-4C14-9D64-3F5123C5CE95}" dt="2025-12-16T03:40:38.228" v="1268" actId="1076"/>
        <pc:sldMkLst>
          <pc:docMk/>
          <pc:sldMk cId="3566911757" sldId="585"/>
        </pc:sldMkLst>
        <pc:spChg chg="mod">
          <ac:chgData name="星馳 王" userId="d42980830371c7b4" providerId="LiveId" clId="{75A2CC61-F113-4C14-9D64-3F5123C5CE95}" dt="2025-12-16T03:40:35.003" v="1267" actId="20577"/>
          <ac:spMkLst>
            <pc:docMk/>
            <pc:sldMk cId="3566911757" sldId="585"/>
            <ac:spMk id="2" creationId="{A827311D-0B70-5CC7-F932-D5E41763BBDC}"/>
          </ac:spMkLst>
        </pc:spChg>
        <pc:spChg chg="add mod">
          <ac:chgData name="星馳 王" userId="d42980830371c7b4" providerId="LiveId" clId="{75A2CC61-F113-4C14-9D64-3F5123C5CE95}" dt="2025-12-16T03:40:38.228" v="1268" actId="1076"/>
          <ac:spMkLst>
            <pc:docMk/>
            <pc:sldMk cId="3566911757" sldId="585"/>
            <ac:spMk id="5" creationId="{B2322887-56B5-D1F9-361C-74CFA5C105AF}"/>
          </ac:spMkLst>
        </pc:spChg>
      </pc:sldChg>
      <pc:sldChg chg="addSp modSp new mod">
        <pc:chgData name="星馳 王" userId="d42980830371c7b4" providerId="LiveId" clId="{75A2CC61-F113-4C14-9D64-3F5123C5CE95}" dt="2025-12-16T04:24:40.804" v="1362" actId="1076"/>
        <pc:sldMkLst>
          <pc:docMk/>
          <pc:sldMk cId="1613612163" sldId="586"/>
        </pc:sldMkLst>
        <pc:spChg chg="mod">
          <ac:chgData name="星馳 王" userId="d42980830371c7b4" providerId="LiveId" clId="{75A2CC61-F113-4C14-9D64-3F5123C5CE95}" dt="2025-12-16T04:24:22.417" v="1353" actId="27636"/>
          <ac:spMkLst>
            <pc:docMk/>
            <pc:sldMk cId="1613612163" sldId="586"/>
            <ac:spMk id="2" creationId="{0B911898-51A5-5120-4C65-5620A851B70A}"/>
          </ac:spMkLst>
        </pc:spChg>
        <pc:picChg chg="add mod">
          <ac:chgData name="星馳 王" userId="d42980830371c7b4" providerId="LiveId" clId="{75A2CC61-F113-4C14-9D64-3F5123C5CE95}" dt="2025-12-16T04:24:40.804" v="1362" actId="1076"/>
          <ac:picMkLst>
            <pc:docMk/>
            <pc:sldMk cId="1613612163" sldId="586"/>
            <ac:picMk id="5" creationId="{8196FD8B-F8D7-CCA2-EDCC-765DA3D60075}"/>
          </ac:picMkLst>
        </pc:picChg>
      </pc:sldChg>
      <pc:sldChg chg="new del">
        <pc:chgData name="星馳 王" userId="d42980830371c7b4" providerId="LiveId" clId="{75A2CC61-F113-4C14-9D64-3F5123C5CE95}" dt="2026-01-06T06:04:21.079" v="1426" actId="47"/>
        <pc:sldMkLst>
          <pc:docMk/>
          <pc:sldMk cId="1916846704" sldId="587"/>
        </pc:sldMkLst>
      </pc:sldChg>
      <pc:sldChg chg="new del">
        <pc:chgData name="星馳 王" userId="d42980830371c7b4" providerId="LiveId" clId="{75A2CC61-F113-4C14-9D64-3F5123C5CE95}" dt="2026-01-06T06:02:18.716" v="1420" actId="2696"/>
        <pc:sldMkLst>
          <pc:docMk/>
          <pc:sldMk cId="2745678610" sldId="587"/>
        </pc:sldMkLst>
      </pc:sldChg>
      <pc:sldChg chg="new del">
        <pc:chgData name="星馳 王" userId="d42980830371c7b4" providerId="LiveId" clId="{75A2CC61-F113-4C14-9D64-3F5123C5CE95}" dt="2026-01-06T09:17:58.489" v="1428" actId="47"/>
        <pc:sldMkLst>
          <pc:docMk/>
          <pc:sldMk cId="3041954318" sldId="587"/>
        </pc:sldMkLst>
      </pc:sldChg>
      <pc:sldChg chg="new del">
        <pc:chgData name="星馳 王" userId="d42980830371c7b4" providerId="LiveId" clId="{75A2CC61-F113-4C14-9D64-3F5123C5CE95}" dt="2026-01-06T06:02:52.940" v="1424" actId="2696"/>
        <pc:sldMkLst>
          <pc:docMk/>
          <pc:sldMk cId="3769829569" sldId="587"/>
        </pc:sldMkLst>
      </pc:sldChg>
      <pc:sldChg chg="new del">
        <pc:chgData name="星馳 王" userId="d42980830371c7b4" providerId="LiveId" clId="{75A2CC61-F113-4C14-9D64-3F5123C5CE95}" dt="2026-01-06T09:20:00.251" v="1435" actId="680"/>
        <pc:sldMkLst>
          <pc:docMk/>
          <pc:sldMk cId="3969875164" sldId="587"/>
        </pc:sldMkLst>
      </pc:sldChg>
      <pc:sldChg chg="add del">
        <pc:chgData name="星馳 王" userId="d42980830371c7b4" providerId="LiveId" clId="{75A2CC61-F113-4C14-9D64-3F5123C5CE95}" dt="2026-01-06T06:02:50.611" v="1423" actId="2696"/>
        <pc:sldMkLst>
          <pc:docMk/>
          <pc:sldMk cId="189446109" sldId="588"/>
        </pc:sldMkLst>
      </pc:sldChg>
      <pc:sldMasterChg chg="delSldLayout modSldLayout">
        <pc:chgData name="星馳 王" userId="d42980830371c7b4" providerId="LiveId" clId="{75A2CC61-F113-4C14-9D64-3F5123C5CE95}" dt="2026-01-06T09:20:26.505" v="1440" actId="1076"/>
        <pc:sldMasterMkLst>
          <pc:docMk/>
          <pc:sldMasterMk cId="0" sldId="2147483648"/>
        </pc:sldMasterMkLst>
        <pc:sldLayoutChg chg="addSp delSp mod">
          <pc:chgData name="星馳 王" userId="d42980830371c7b4" providerId="LiveId" clId="{75A2CC61-F113-4C14-9D64-3F5123C5CE95}" dt="2026-01-06T09:18:31.946" v="1430" actId="478"/>
          <pc:sldLayoutMkLst>
            <pc:docMk/>
            <pc:sldMasterMk cId="0" sldId="2147483648"/>
            <pc:sldLayoutMk cId="0" sldId="2147483659"/>
          </pc:sldLayoutMkLst>
          <pc:picChg chg="add del">
            <ac:chgData name="星馳 王" userId="d42980830371c7b4" providerId="LiveId" clId="{75A2CC61-F113-4C14-9D64-3F5123C5CE95}" dt="2026-01-06T09:18:31.946" v="1430" actId="478"/>
            <ac:picMkLst>
              <pc:docMk/>
              <pc:sldMasterMk cId="0" sldId="2147483648"/>
              <pc:sldLayoutMk cId="0" sldId="2147483659"/>
              <ac:picMk id="114" creationId="{00000000-0000-0000-0000-000000000000}"/>
            </ac:picMkLst>
          </pc:picChg>
        </pc:sldLayoutChg>
        <pc:sldLayoutChg chg="modSp mod">
          <pc:chgData name="星馳 王" userId="d42980830371c7b4" providerId="LiveId" clId="{75A2CC61-F113-4C14-9D64-3F5123C5CE95}" dt="2026-01-06T09:20:26.505" v="1440" actId="1076"/>
          <pc:sldLayoutMkLst>
            <pc:docMk/>
            <pc:sldMasterMk cId="0" sldId="2147483648"/>
            <pc:sldLayoutMk cId="0" sldId="2147483665"/>
          </pc:sldLayoutMkLst>
          <pc:spChg chg="mod">
            <ac:chgData name="星馳 王" userId="d42980830371c7b4" providerId="LiveId" clId="{75A2CC61-F113-4C14-9D64-3F5123C5CE95}" dt="2026-01-06T09:20:26.505" v="1440" actId="1076"/>
            <ac:spMkLst>
              <pc:docMk/>
              <pc:sldMasterMk cId="0" sldId="2147483648"/>
              <pc:sldLayoutMk cId="0" sldId="2147483665"/>
              <ac:spMk id="170" creationId="{00000000-0000-0000-0000-000000000000}"/>
            </ac:spMkLst>
          </pc:spChg>
          <pc:picChg chg="mod">
            <ac:chgData name="星馳 王" userId="d42980830371c7b4" providerId="LiveId" clId="{75A2CC61-F113-4C14-9D64-3F5123C5CE95}" dt="2026-01-06T09:20:26.505" v="1440" actId="1076"/>
            <ac:picMkLst>
              <pc:docMk/>
              <pc:sldMasterMk cId="0" sldId="2147483648"/>
              <pc:sldLayoutMk cId="0" sldId="2147483665"/>
              <ac:picMk id="169" creationId="{00000000-0000-0000-0000-000000000000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7" name="Google Shape;17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417782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333932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172E7-205D-FB17-8533-51C690C14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41BC291-0126-245E-7F6E-6E1F716629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1CD34D2-5B52-275F-95BC-9D34C7D5A0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3CEBCDD-B683-B251-8B3E-05A1C2665C0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29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8426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hyperlink" Target="about:blank" TargetMode="External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creativecommons.org/licenses/by/4.0/legalcode" TargetMode="Externa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creativecommons.org/licenses/by/4.0/legalcode" TargetMode="External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creativecommons.org/licenses/by/4.0/legalcode" TargetMode="External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creativecommons.org/licenses/by/4.0/legalcode" TargetMode="Externa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creativecommons.org/licenses/by/4.0/legalcode" TargetMode="Externa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creativecommons.org/licenses/by/4.0/legalcode" TargetMode="Externa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hyperlink" Target="about:blank" TargetMode="Externa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creativecommons.org/licenses/by/4.0/legalcode" TargetMode="Externa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71"/>
          <p:cNvSpPr txBox="1">
            <a:spLocks noGrp="1"/>
          </p:cNvSpPr>
          <p:nvPr>
            <p:ph type="ctrTitle"/>
          </p:nvPr>
        </p:nvSpPr>
        <p:spPr>
          <a:xfrm>
            <a:off x="762000" y="665163"/>
            <a:ext cx="10668000" cy="1413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5A76"/>
              </a:buClr>
              <a:buSzPts val="3600"/>
              <a:buFont typeface="Candara"/>
              <a:buNone/>
              <a:defRPr sz="3600" b="1">
                <a:solidFill>
                  <a:srgbClr val="0D5A7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1"/>
          <p:cNvSpPr txBox="1">
            <a:spLocks noGrp="1"/>
          </p:cNvSpPr>
          <p:nvPr>
            <p:ph type="subTitle" idx="1"/>
          </p:nvPr>
        </p:nvSpPr>
        <p:spPr>
          <a:xfrm>
            <a:off x="2572987" y="2232561"/>
            <a:ext cx="7046027" cy="2612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19" name="Google Shape;19;p7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240000" cy="2956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95230" y="5535655"/>
            <a:ext cx="1090910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34222" y="5535655"/>
            <a:ext cx="1074546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7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24756" y="4999884"/>
            <a:ext cx="754486" cy="10984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7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220089" y="6201000"/>
            <a:ext cx="5799822" cy="68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2"/>
          <p:cNvSpPr txBox="1">
            <a:spLocks noGrp="1"/>
          </p:cNvSpPr>
          <p:nvPr>
            <p:ph type="title"/>
          </p:nvPr>
        </p:nvSpPr>
        <p:spPr>
          <a:xfrm>
            <a:off x="1656000" y="72000"/>
            <a:ext cx="7416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5B77"/>
              </a:buClr>
              <a:buSzPts val="3200"/>
              <a:buFont typeface="Candara"/>
              <a:buNone/>
              <a:defRPr sz="3200" b="0">
                <a:solidFill>
                  <a:srgbClr val="0F5B7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2"/>
          <p:cNvSpPr txBox="1">
            <a:spLocks noGrp="1"/>
          </p:cNvSpPr>
          <p:nvPr>
            <p:ph type="body" idx="1"/>
          </p:nvPr>
        </p:nvSpPr>
        <p:spPr>
          <a:xfrm>
            <a:off x="1656000" y="576000"/>
            <a:ext cx="10080000" cy="58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7" name="Google Shape;27;p7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83236" y="298692"/>
            <a:ext cx="1096770" cy="63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41029" y="6248302"/>
            <a:ext cx="5189313" cy="61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7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15026" y="6480053"/>
            <a:ext cx="617928" cy="321417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72">
            <a:hlinkClick r:id="rId5"/>
          </p:cNvPr>
          <p:cNvSpPr/>
          <p:nvPr/>
        </p:nvSpPr>
        <p:spPr>
          <a:xfrm>
            <a:off x="3849685" y="6426222"/>
            <a:ext cx="45720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F8F8F8"/>
                </a:solidFill>
                <a:latin typeface="Candara"/>
                <a:ea typeface="Candara"/>
                <a:cs typeface="Candara"/>
                <a:sym typeface="Candara"/>
              </a:rPr>
              <a:t>Licensed under CC BY 4.0, except logos</a:t>
            </a:r>
            <a:br>
              <a:rPr lang="en-US" sz="1100" b="0" i="0" u="none" strike="noStrike" cap="none">
                <a:solidFill>
                  <a:srgbClr val="F8F8F8"/>
                </a:solidFill>
                <a:latin typeface="Candara"/>
                <a:ea typeface="Candara"/>
                <a:cs typeface="Candara"/>
                <a:sym typeface="Candara"/>
              </a:rPr>
            </a:br>
            <a:r>
              <a:rPr lang="en-US" sz="1100" b="0" i="0" u="none" strike="noStrike" cap="none">
                <a:solidFill>
                  <a:srgbClr val="F8F8F8"/>
                </a:solidFill>
                <a:latin typeface="Candara"/>
                <a:ea typeface="Candara"/>
                <a:cs typeface="Candara"/>
                <a:sym typeface="Candara"/>
              </a:rPr>
              <a:t>https://creativecommons.org/licenses/by/4.0/legalcode</a:t>
            </a:r>
            <a:endParaRPr/>
          </a:p>
        </p:txBody>
      </p:sp>
      <p:sp>
        <p:nvSpPr>
          <p:cNvPr id="31" name="Google Shape;31;p72"/>
          <p:cNvSpPr txBox="1">
            <a:spLocks noGrp="1"/>
          </p:cNvSpPr>
          <p:nvPr>
            <p:ph type="dt" idx="10"/>
          </p:nvPr>
        </p:nvSpPr>
        <p:spPr>
          <a:xfrm>
            <a:off x="9720000" y="6491027"/>
            <a:ext cx="1080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2"/>
          <p:cNvSpPr txBox="1">
            <a:spLocks noGrp="1"/>
          </p:cNvSpPr>
          <p:nvPr>
            <p:ph type="ftr" idx="11"/>
          </p:nvPr>
        </p:nvSpPr>
        <p:spPr>
          <a:xfrm>
            <a:off x="7613073" y="605946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2"/>
          <p:cNvSpPr txBox="1">
            <a:spLocks noGrp="1"/>
          </p:cNvSpPr>
          <p:nvPr>
            <p:ph type="sldNum" idx="12"/>
          </p:nvPr>
        </p:nvSpPr>
        <p:spPr>
          <a:xfrm>
            <a:off x="11016000" y="6491027"/>
            <a:ext cx="72124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8"/>
          <p:cNvSpPr txBox="1">
            <a:spLocks noGrp="1"/>
          </p:cNvSpPr>
          <p:nvPr>
            <p:ph type="body" idx="1"/>
          </p:nvPr>
        </p:nvSpPr>
        <p:spPr>
          <a:xfrm>
            <a:off x="1656000" y="576000"/>
            <a:ext cx="494013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B95BD"/>
              </a:buClr>
              <a:buSzPts val="2800"/>
              <a:buNone/>
              <a:defRPr sz="2800" b="1">
                <a:solidFill>
                  <a:srgbClr val="1B95BD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0" name="Google Shape;80;p78"/>
          <p:cNvSpPr txBox="1">
            <a:spLocks noGrp="1"/>
          </p:cNvSpPr>
          <p:nvPr>
            <p:ph type="body" idx="2"/>
          </p:nvPr>
        </p:nvSpPr>
        <p:spPr>
          <a:xfrm>
            <a:off x="1656000" y="1460738"/>
            <a:ext cx="4940137" cy="4940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78"/>
          <p:cNvSpPr txBox="1">
            <a:spLocks noGrp="1"/>
          </p:cNvSpPr>
          <p:nvPr>
            <p:ph type="body" idx="3"/>
          </p:nvPr>
        </p:nvSpPr>
        <p:spPr>
          <a:xfrm>
            <a:off x="6667387" y="1460738"/>
            <a:ext cx="4940137" cy="4940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78"/>
          <p:cNvSpPr txBox="1">
            <a:spLocks noGrp="1"/>
          </p:cNvSpPr>
          <p:nvPr>
            <p:ph type="body" idx="4"/>
          </p:nvPr>
        </p:nvSpPr>
        <p:spPr>
          <a:xfrm>
            <a:off x="6665711" y="576000"/>
            <a:ext cx="494013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B95BD"/>
              </a:buClr>
              <a:buSzPts val="2800"/>
              <a:buNone/>
              <a:defRPr sz="2800" b="1">
                <a:solidFill>
                  <a:srgbClr val="1B95BD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3" name="Google Shape;83;p78"/>
          <p:cNvSpPr txBox="1">
            <a:spLocks noGrp="1"/>
          </p:cNvSpPr>
          <p:nvPr>
            <p:ph type="title"/>
          </p:nvPr>
        </p:nvSpPr>
        <p:spPr>
          <a:xfrm>
            <a:off x="1656000" y="72000"/>
            <a:ext cx="7416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5A76"/>
              </a:buClr>
              <a:buSzPts val="3200"/>
              <a:buFont typeface="Candara"/>
              <a:buNone/>
              <a:defRPr sz="3200" b="0">
                <a:solidFill>
                  <a:srgbClr val="0D5A7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4" name="Google Shape;84;p7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83236" y="298692"/>
            <a:ext cx="1096770" cy="63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7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15026" y="6480053"/>
            <a:ext cx="617928" cy="321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7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41029" y="6248302"/>
            <a:ext cx="5189313" cy="612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78">
            <a:hlinkClick r:id="rId5"/>
          </p:cNvPr>
          <p:cNvSpPr/>
          <p:nvPr/>
        </p:nvSpPr>
        <p:spPr>
          <a:xfrm>
            <a:off x="3849685" y="6426222"/>
            <a:ext cx="45720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u="none">
                <a:solidFill>
                  <a:srgbClr val="F8F8F8"/>
                </a:solidFill>
                <a:latin typeface="Candara"/>
                <a:ea typeface="Candara"/>
                <a:cs typeface="Candara"/>
                <a:sym typeface="Candara"/>
              </a:rPr>
              <a:t>Licensed under CC BY 4.0, except logos</a:t>
            </a:r>
            <a:br>
              <a:rPr lang="en-US" sz="1100" u="none">
                <a:solidFill>
                  <a:srgbClr val="F8F8F8"/>
                </a:solidFill>
                <a:latin typeface="Candara"/>
                <a:ea typeface="Candara"/>
                <a:cs typeface="Candara"/>
                <a:sym typeface="Candara"/>
              </a:rPr>
            </a:br>
            <a:r>
              <a:rPr lang="en-US" sz="1100" u="none">
                <a:solidFill>
                  <a:srgbClr val="F8F8F8"/>
                </a:solidFill>
                <a:latin typeface="Candara"/>
                <a:ea typeface="Candara"/>
                <a:cs typeface="Candara"/>
                <a:sym typeface="Candara"/>
              </a:rPr>
              <a:t>https://creativecommons.org/licenses/by/4.0/legalcode</a:t>
            </a:r>
            <a:endParaRPr/>
          </a:p>
        </p:txBody>
      </p:sp>
      <p:sp>
        <p:nvSpPr>
          <p:cNvPr id="88" name="Google Shape;88;p78"/>
          <p:cNvSpPr txBox="1">
            <a:spLocks noGrp="1"/>
          </p:cNvSpPr>
          <p:nvPr>
            <p:ph type="dt" idx="10"/>
          </p:nvPr>
        </p:nvSpPr>
        <p:spPr>
          <a:xfrm>
            <a:off x="9720000" y="6491027"/>
            <a:ext cx="1080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Candara"/>
                <a:ea typeface="Candara"/>
                <a:cs typeface="Candara"/>
                <a:sym typeface="Candar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78"/>
          <p:cNvSpPr txBox="1">
            <a:spLocks noGrp="1"/>
          </p:cNvSpPr>
          <p:nvPr>
            <p:ph type="sldNum" idx="12"/>
          </p:nvPr>
        </p:nvSpPr>
        <p:spPr>
          <a:xfrm>
            <a:off x="11016000" y="6491027"/>
            <a:ext cx="72124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0" lvl="1" indent="0" algn="r">
              <a:spcBef>
                <a:spcPts val="0"/>
              </a:spcBef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0" lvl="2" indent="0" algn="r">
              <a:spcBef>
                <a:spcPts val="0"/>
              </a:spcBef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0" lvl="3" indent="0" algn="r">
              <a:spcBef>
                <a:spcPts val="0"/>
              </a:spcBef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0" lvl="4" indent="0" algn="r">
              <a:spcBef>
                <a:spcPts val="0"/>
              </a:spcBef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0" lvl="5" indent="0" algn="r">
              <a:spcBef>
                <a:spcPts val="0"/>
              </a:spcBef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marL="0" lvl="6" indent="0" algn="r">
              <a:spcBef>
                <a:spcPts val="0"/>
              </a:spcBef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marL="0" lvl="7" indent="0" algn="r">
              <a:spcBef>
                <a:spcPts val="0"/>
              </a:spcBef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marL="0" lvl="8" indent="0" algn="r">
              <a:spcBef>
                <a:spcPts val="0"/>
              </a:spcBef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0" name="Google Shape;90;p78"/>
          <p:cNvSpPr txBox="1">
            <a:spLocks noGrp="1"/>
          </p:cNvSpPr>
          <p:nvPr>
            <p:ph type="ftr" idx="11"/>
          </p:nvPr>
        </p:nvSpPr>
        <p:spPr>
          <a:xfrm>
            <a:off x="7613073" y="605946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>
  <p:cSld name="1_Title Only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9"/>
          <p:cNvSpPr txBox="1">
            <a:spLocks noGrp="1"/>
          </p:cNvSpPr>
          <p:nvPr>
            <p:ph type="title"/>
          </p:nvPr>
        </p:nvSpPr>
        <p:spPr>
          <a:xfrm>
            <a:off x="1656000" y="72000"/>
            <a:ext cx="7416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5A76"/>
              </a:buClr>
              <a:buSzPts val="3200"/>
              <a:buFont typeface="Candara"/>
              <a:buNone/>
              <a:defRPr sz="3200" b="0">
                <a:solidFill>
                  <a:srgbClr val="0D5A7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93" name="Google Shape;93;p7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83236" y="298692"/>
            <a:ext cx="1096770" cy="63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7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15026" y="6480053"/>
            <a:ext cx="617928" cy="321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7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41029" y="6248302"/>
            <a:ext cx="5189313" cy="612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79">
            <a:hlinkClick r:id="rId5"/>
          </p:cNvPr>
          <p:cNvSpPr/>
          <p:nvPr/>
        </p:nvSpPr>
        <p:spPr>
          <a:xfrm>
            <a:off x="3849685" y="6426222"/>
            <a:ext cx="45720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u="none" dirty="0">
                <a:solidFill>
                  <a:srgbClr val="F8F8F8"/>
                </a:solidFill>
                <a:latin typeface="Candara"/>
                <a:ea typeface="Candara"/>
                <a:cs typeface="Candara"/>
                <a:sym typeface="Candara"/>
              </a:rPr>
              <a:t>Licensed under CC BY 4.0, except logos</a:t>
            </a:r>
            <a:br>
              <a:rPr lang="en-US" sz="1100" u="none" dirty="0">
                <a:solidFill>
                  <a:srgbClr val="F8F8F8"/>
                </a:solidFill>
                <a:latin typeface="Candara"/>
                <a:ea typeface="Candara"/>
                <a:cs typeface="Candara"/>
                <a:sym typeface="Candara"/>
              </a:rPr>
            </a:br>
            <a:r>
              <a:rPr lang="en-US" sz="1100" u="none" dirty="0">
                <a:solidFill>
                  <a:srgbClr val="F8F8F8"/>
                </a:solidFill>
                <a:latin typeface="Candara"/>
                <a:ea typeface="Candara"/>
                <a:cs typeface="Candara"/>
                <a:sym typeface="Candara"/>
              </a:rPr>
              <a:t>https://creativecommons.org/licenses/by/4.0/legalcode</a:t>
            </a:r>
            <a:endParaRPr dirty="0"/>
          </a:p>
        </p:txBody>
      </p:sp>
      <p:sp>
        <p:nvSpPr>
          <p:cNvPr id="97" name="Google Shape;97;p79"/>
          <p:cNvSpPr txBox="1">
            <a:spLocks noGrp="1"/>
          </p:cNvSpPr>
          <p:nvPr>
            <p:ph type="dt" idx="10"/>
          </p:nvPr>
        </p:nvSpPr>
        <p:spPr>
          <a:xfrm>
            <a:off x="9720000" y="6491027"/>
            <a:ext cx="1080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Candara"/>
                <a:ea typeface="Candara"/>
                <a:cs typeface="Candara"/>
                <a:sym typeface="Candar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79"/>
          <p:cNvSpPr txBox="1">
            <a:spLocks noGrp="1"/>
          </p:cNvSpPr>
          <p:nvPr>
            <p:ph type="sldNum" idx="12"/>
          </p:nvPr>
        </p:nvSpPr>
        <p:spPr>
          <a:xfrm>
            <a:off x="11016000" y="6491027"/>
            <a:ext cx="72124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0" lvl="1" indent="0" algn="r">
              <a:spcBef>
                <a:spcPts val="0"/>
              </a:spcBef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0" lvl="2" indent="0" algn="r">
              <a:spcBef>
                <a:spcPts val="0"/>
              </a:spcBef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0" lvl="3" indent="0" algn="r">
              <a:spcBef>
                <a:spcPts val="0"/>
              </a:spcBef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0" lvl="4" indent="0" algn="r">
              <a:spcBef>
                <a:spcPts val="0"/>
              </a:spcBef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0" lvl="5" indent="0" algn="r">
              <a:spcBef>
                <a:spcPts val="0"/>
              </a:spcBef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marL="0" lvl="6" indent="0" algn="r">
              <a:spcBef>
                <a:spcPts val="0"/>
              </a:spcBef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marL="0" lvl="7" indent="0" algn="r">
              <a:spcBef>
                <a:spcPts val="0"/>
              </a:spcBef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marL="0" lvl="8" indent="0" algn="r">
              <a:spcBef>
                <a:spcPts val="0"/>
              </a:spcBef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9" name="Google Shape;99;p79"/>
          <p:cNvSpPr txBox="1">
            <a:spLocks noGrp="1"/>
          </p:cNvSpPr>
          <p:nvPr>
            <p:ph type="ftr" idx="11"/>
          </p:nvPr>
        </p:nvSpPr>
        <p:spPr>
          <a:xfrm>
            <a:off x="7613073" y="605946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t with Caption" type="objTx">
  <p:cSld name="OBJECT_WITH_CAPTION_TEX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1"/>
          <p:cNvSpPr txBox="1">
            <a:spLocks noGrp="1"/>
          </p:cNvSpPr>
          <p:nvPr>
            <p:ph type="title"/>
          </p:nvPr>
        </p:nvSpPr>
        <p:spPr>
          <a:xfrm>
            <a:off x="1631116" y="279626"/>
            <a:ext cx="4207224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5A76"/>
              </a:buClr>
              <a:buSzPts val="3200"/>
              <a:buFont typeface="Candara"/>
              <a:buNone/>
              <a:defRPr sz="3200" b="1">
                <a:solidFill>
                  <a:srgbClr val="0D5A7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81"/>
          <p:cNvSpPr txBox="1">
            <a:spLocks noGrp="1"/>
          </p:cNvSpPr>
          <p:nvPr>
            <p:ph type="body" idx="1"/>
          </p:nvPr>
        </p:nvSpPr>
        <p:spPr>
          <a:xfrm>
            <a:off x="6063971" y="279625"/>
            <a:ext cx="5908523" cy="5908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11" name="Google Shape;111;p81"/>
          <p:cNvSpPr txBox="1">
            <a:spLocks noGrp="1"/>
          </p:cNvSpPr>
          <p:nvPr>
            <p:ph type="body" idx="2"/>
          </p:nvPr>
        </p:nvSpPr>
        <p:spPr>
          <a:xfrm>
            <a:off x="1631116" y="1951076"/>
            <a:ext cx="4207224" cy="4237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 dirty="0"/>
          </a:p>
        </p:txBody>
      </p:sp>
      <p:pic>
        <p:nvPicPr>
          <p:cNvPr id="112" name="Google Shape;112;p8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83236" y="298692"/>
            <a:ext cx="1096770" cy="63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8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15026" y="6480053"/>
            <a:ext cx="617928" cy="321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81"/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3541029" y="6248302"/>
            <a:ext cx="5189313" cy="61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81">
            <a:hlinkClick r:id="rId5"/>
          </p:cNvPr>
          <p:cNvSpPr/>
          <p:nvPr/>
        </p:nvSpPr>
        <p:spPr>
          <a:xfrm>
            <a:off x="3849685" y="6426222"/>
            <a:ext cx="45720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u="none" dirty="0">
                <a:solidFill>
                  <a:srgbClr val="F8F8F8"/>
                </a:solidFill>
                <a:latin typeface="Candara"/>
                <a:ea typeface="Candara"/>
                <a:cs typeface="Candara"/>
                <a:sym typeface="Candara"/>
              </a:rPr>
              <a:t>Licensed under CC BY 4.0, except logos</a:t>
            </a:r>
            <a:br>
              <a:rPr lang="en-US" sz="1100" u="none" dirty="0">
                <a:solidFill>
                  <a:srgbClr val="F8F8F8"/>
                </a:solidFill>
                <a:latin typeface="Candara"/>
                <a:ea typeface="Candara"/>
                <a:cs typeface="Candara"/>
                <a:sym typeface="Candara"/>
              </a:rPr>
            </a:br>
            <a:r>
              <a:rPr lang="en-US" sz="1100" u="none" dirty="0">
                <a:solidFill>
                  <a:srgbClr val="F8F8F8"/>
                </a:solidFill>
                <a:latin typeface="Candara"/>
                <a:ea typeface="Candara"/>
                <a:cs typeface="Candara"/>
                <a:sym typeface="Candara"/>
              </a:rPr>
              <a:t>https://creativecommons.org/licenses/by/4.0/legalcode</a:t>
            </a:r>
            <a:endParaRPr dirty="0"/>
          </a:p>
        </p:txBody>
      </p:sp>
      <p:sp>
        <p:nvSpPr>
          <p:cNvPr id="116" name="Google Shape;116;p81"/>
          <p:cNvSpPr txBox="1">
            <a:spLocks noGrp="1"/>
          </p:cNvSpPr>
          <p:nvPr>
            <p:ph type="dt" idx="10"/>
          </p:nvPr>
        </p:nvSpPr>
        <p:spPr>
          <a:xfrm>
            <a:off x="9720000" y="6491027"/>
            <a:ext cx="1080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Candara"/>
                <a:ea typeface="Candara"/>
                <a:cs typeface="Candara"/>
                <a:sym typeface="Candar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81"/>
          <p:cNvSpPr txBox="1">
            <a:spLocks noGrp="1"/>
          </p:cNvSpPr>
          <p:nvPr>
            <p:ph type="sldNum" idx="12"/>
          </p:nvPr>
        </p:nvSpPr>
        <p:spPr>
          <a:xfrm>
            <a:off x="11016000" y="6491027"/>
            <a:ext cx="72124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0" lvl="1" indent="0" algn="r">
              <a:spcBef>
                <a:spcPts val="0"/>
              </a:spcBef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0" lvl="2" indent="0" algn="r">
              <a:spcBef>
                <a:spcPts val="0"/>
              </a:spcBef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0" lvl="3" indent="0" algn="r">
              <a:spcBef>
                <a:spcPts val="0"/>
              </a:spcBef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0" lvl="4" indent="0" algn="r">
              <a:spcBef>
                <a:spcPts val="0"/>
              </a:spcBef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0" lvl="5" indent="0" algn="r">
              <a:spcBef>
                <a:spcPts val="0"/>
              </a:spcBef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marL="0" lvl="6" indent="0" algn="r">
              <a:spcBef>
                <a:spcPts val="0"/>
              </a:spcBef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marL="0" lvl="7" indent="0" algn="r">
              <a:spcBef>
                <a:spcPts val="0"/>
              </a:spcBef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marL="0" lvl="8" indent="0" algn="r">
              <a:spcBef>
                <a:spcPts val="0"/>
              </a:spcBef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" name="Google Shape;118;p81"/>
          <p:cNvSpPr txBox="1">
            <a:spLocks noGrp="1"/>
          </p:cNvSpPr>
          <p:nvPr>
            <p:ph type="ftr" idx="11"/>
          </p:nvPr>
        </p:nvSpPr>
        <p:spPr>
          <a:xfrm>
            <a:off x="7613073" y="605946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Title and Content (no CC)">
  <p:cSld name="8_Title and Content (no CC)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2"/>
          <p:cNvSpPr txBox="1">
            <a:spLocks noGrp="1"/>
          </p:cNvSpPr>
          <p:nvPr>
            <p:ph type="title"/>
          </p:nvPr>
        </p:nvSpPr>
        <p:spPr>
          <a:xfrm>
            <a:off x="1656000" y="72000"/>
            <a:ext cx="7416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5A76"/>
              </a:buClr>
              <a:buSzPts val="3200"/>
              <a:buFont typeface="Candara"/>
              <a:buNone/>
              <a:defRPr sz="3200" b="0">
                <a:solidFill>
                  <a:srgbClr val="0D5A7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21" name="Google Shape;121;p8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83236" y="298692"/>
            <a:ext cx="1096770" cy="63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8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41029" y="6248302"/>
            <a:ext cx="5189313" cy="61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82">
            <a:hlinkClick r:id="rId4"/>
          </p:cNvPr>
          <p:cNvSpPr/>
          <p:nvPr/>
        </p:nvSpPr>
        <p:spPr>
          <a:xfrm>
            <a:off x="3849685" y="6426222"/>
            <a:ext cx="457200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u="none">
                <a:solidFill>
                  <a:srgbClr val="F8F8F8"/>
                </a:solidFill>
                <a:latin typeface="Candara"/>
                <a:ea typeface="Candara"/>
                <a:cs typeface="Candara"/>
                <a:sym typeface="Candara"/>
              </a:rPr>
              <a:t>Copyright 2019 Nordling Lab</a:t>
            </a:r>
            <a:endParaRPr sz="1100" u="none">
              <a:solidFill>
                <a:srgbClr val="F8F8F8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24" name="Google Shape;124;p82"/>
          <p:cNvSpPr txBox="1">
            <a:spLocks noGrp="1"/>
          </p:cNvSpPr>
          <p:nvPr>
            <p:ph type="dt" idx="10"/>
          </p:nvPr>
        </p:nvSpPr>
        <p:spPr>
          <a:xfrm>
            <a:off x="9720000" y="6491027"/>
            <a:ext cx="1080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Candara"/>
                <a:ea typeface="Candara"/>
                <a:cs typeface="Candara"/>
                <a:sym typeface="Candar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82"/>
          <p:cNvSpPr txBox="1">
            <a:spLocks noGrp="1"/>
          </p:cNvSpPr>
          <p:nvPr>
            <p:ph type="sldNum" idx="12"/>
          </p:nvPr>
        </p:nvSpPr>
        <p:spPr>
          <a:xfrm>
            <a:off x="11016000" y="6491027"/>
            <a:ext cx="72124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0" lvl="1" indent="0" algn="r">
              <a:spcBef>
                <a:spcPts val="0"/>
              </a:spcBef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0" lvl="2" indent="0" algn="r">
              <a:spcBef>
                <a:spcPts val="0"/>
              </a:spcBef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0" lvl="3" indent="0" algn="r">
              <a:spcBef>
                <a:spcPts val="0"/>
              </a:spcBef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0" lvl="4" indent="0" algn="r">
              <a:spcBef>
                <a:spcPts val="0"/>
              </a:spcBef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0" lvl="5" indent="0" algn="r">
              <a:spcBef>
                <a:spcPts val="0"/>
              </a:spcBef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marL="0" lvl="6" indent="0" algn="r">
              <a:spcBef>
                <a:spcPts val="0"/>
              </a:spcBef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marL="0" lvl="7" indent="0" algn="r">
              <a:spcBef>
                <a:spcPts val="0"/>
              </a:spcBef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marL="0" lvl="8" indent="0" algn="r">
              <a:spcBef>
                <a:spcPts val="0"/>
              </a:spcBef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" name="Google Shape;126;p82"/>
          <p:cNvSpPr txBox="1">
            <a:spLocks noGrp="1"/>
          </p:cNvSpPr>
          <p:nvPr>
            <p:ph type="ftr" idx="11"/>
          </p:nvPr>
        </p:nvSpPr>
        <p:spPr>
          <a:xfrm>
            <a:off x="7613073" y="605946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wo Content (no CC)">
  <p:cSld name="2_Two Content (no CC)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3"/>
          <p:cNvSpPr txBox="1">
            <a:spLocks noGrp="1"/>
          </p:cNvSpPr>
          <p:nvPr>
            <p:ph type="body" idx="1"/>
          </p:nvPr>
        </p:nvSpPr>
        <p:spPr>
          <a:xfrm>
            <a:off x="1656000" y="558418"/>
            <a:ext cx="4939200" cy="58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83"/>
          <p:cNvSpPr txBox="1">
            <a:spLocks noGrp="1"/>
          </p:cNvSpPr>
          <p:nvPr>
            <p:ph type="body" idx="2"/>
          </p:nvPr>
        </p:nvSpPr>
        <p:spPr>
          <a:xfrm>
            <a:off x="6667387" y="558418"/>
            <a:ext cx="4939200" cy="58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83"/>
          <p:cNvSpPr txBox="1">
            <a:spLocks noGrp="1"/>
          </p:cNvSpPr>
          <p:nvPr>
            <p:ph type="title"/>
          </p:nvPr>
        </p:nvSpPr>
        <p:spPr>
          <a:xfrm>
            <a:off x="1656000" y="72000"/>
            <a:ext cx="7416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5A76"/>
              </a:buClr>
              <a:buSzPts val="3200"/>
              <a:buFont typeface="Candara"/>
              <a:buNone/>
              <a:defRPr sz="3200" b="0">
                <a:solidFill>
                  <a:srgbClr val="0D5A7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31" name="Google Shape;131;p8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83236" y="298692"/>
            <a:ext cx="1096770" cy="63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8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41029" y="6248302"/>
            <a:ext cx="5189313" cy="61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83">
            <a:hlinkClick r:id="rId4"/>
          </p:cNvPr>
          <p:cNvSpPr/>
          <p:nvPr/>
        </p:nvSpPr>
        <p:spPr>
          <a:xfrm>
            <a:off x="3849685" y="6426222"/>
            <a:ext cx="457200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u="none">
                <a:solidFill>
                  <a:srgbClr val="F8F8F8"/>
                </a:solidFill>
                <a:latin typeface="Candara"/>
                <a:ea typeface="Candara"/>
                <a:cs typeface="Candara"/>
                <a:sym typeface="Candara"/>
              </a:rPr>
              <a:t>Copyright 2019 Nordling Lab</a:t>
            </a:r>
            <a:endParaRPr sz="1100" u="none">
              <a:solidFill>
                <a:srgbClr val="F8F8F8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34" name="Google Shape;134;p83"/>
          <p:cNvSpPr txBox="1">
            <a:spLocks noGrp="1"/>
          </p:cNvSpPr>
          <p:nvPr>
            <p:ph type="dt" idx="10"/>
          </p:nvPr>
        </p:nvSpPr>
        <p:spPr>
          <a:xfrm>
            <a:off x="9720000" y="6491027"/>
            <a:ext cx="1080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Candara"/>
                <a:ea typeface="Candara"/>
                <a:cs typeface="Candara"/>
                <a:sym typeface="Candar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83"/>
          <p:cNvSpPr txBox="1">
            <a:spLocks noGrp="1"/>
          </p:cNvSpPr>
          <p:nvPr>
            <p:ph type="sldNum" idx="12"/>
          </p:nvPr>
        </p:nvSpPr>
        <p:spPr>
          <a:xfrm>
            <a:off x="11016000" y="6491027"/>
            <a:ext cx="72124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0" lvl="1" indent="0" algn="r">
              <a:spcBef>
                <a:spcPts val="0"/>
              </a:spcBef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0" lvl="2" indent="0" algn="r">
              <a:spcBef>
                <a:spcPts val="0"/>
              </a:spcBef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0" lvl="3" indent="0" algn="r">
              <a:spcBef>
                <a:spcPts val="0"/>
              </a:spcBef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0" lvl="4" indent="0" algn="r">
              <a:spcBef>
                <a:spcPts val="0"/>
              </a:spcBef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0" lvl="5" indent="0" algn="r">
              <a:spcBef>
                <a:spcPts val="0"/>
              </a:spcBef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marL="0" lvl="6" indent="0" algn="r">
              <a:spcBef>
                <a:spcPts val="0"/>
              </a:spcBef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marL="0" lvl="7" indent="0" algn="r">
              <a:spcBef>
                <a:spcPts val="0"/>
              </a:spcBef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marL="0" lvl="8" indent="0" algn="r">
              <a:spcBef>
                <a:spcPts val="0"/>
              </a:spcBef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6" name="Google Shape;136;p83"/>
          <p:cNvSpPr txBox="1">
            <a:spLocks noGrp="1"/>
          </p:cNvSpPr>
          <p:nvPr>
            <p:ph type="ftr" idx="11"/>
          </p:nvPr>
        </p:nvSpPr>
        <p:spPr>
          <a:xfrm>
            <a:off x="7613073" y="605946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mparison (no CC)">
  <p:cSld name="1_Comparison (no CC)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4"/>
          <p:cNvSpPr txBox="1">
            <a:spLocks noGrp="1"/>
          </p:cNvSpPr>
          <p:nvPr>
            <p:ph type="body" idx="1"/>
          </p:nvPr>
        </p:nvSpPr>
        <p:spPr>
          <a:xfrm>
            <a:off x="1656000" y="576000"/>
            <a:ext cx="494013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B95BD"/>
              </a:buClr>
              <a:buSzPts val="2800"/>
              <a:buNone/>
              <a:defRPr sz="2800" b="1">
                <a:solidFill>
                  <a:srgbClr val="1B95BD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39" name="Google Shape;139;p84"/>
          <p:cNvSpPr txBox="1">
            <a:spLocks noGrp="1"/>
          </p:cNvSpPr>
          <p:nvPr>
            <p:ph type="body" idx="2"/>
          </p:nvPr>
        </p:nvSpPr>
        <p:spPr>
          <a:xfrm>
            <a:off x="1656000" y="1460738"/>
            <a:ext cx="4940137" cy="4940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0" name="Google Shape;140;p84"/>
          <p:cNvSpPr txBox="1">
            <a:spLocks noGrp="1"/>
          </p:cNvSpPr>
          <p:nvPr>
            <p:ph type="body" idx="3"/>
          </p:nvPr>
        </p:nvSpPr>
        <p:spPr>
          <a:xfrm>
            <a:off x="6667387" y="1460738"/>
            <a:ext cx="4940137" cy="4940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1" name="Google Shape;141;p84"/>
          <p:cNvSpPr txBox="1">
            <a:spLocks noGrp="1"/>
          </p:cNvSpPr>
          <p:nvPr>
            <p:ph type="body" idx="4"/>
          </p:nvPr>
        </p:nvSpPr>
        <p:spPr>
          <a:xfrm>
            <a:off x="6665711" y="576000"/>
            <a:ext cx="494013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B95BD"/>
              </a:buClr>
              <a:buSzPts val="2800"/>
              <a:buNone/>
              <a:defRPr sz="2800" b="1">
                <a:solidFill>
                  <a:srgbClr val="1B95BD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42" name="Google Shape;142;p84"/>
          <p:cNvSpPr txBox="1">
            <a:spLocks noGrp="1"/>
          </p:cNvSpPr>
          <p:nvPr>
            <p:ph type="title"/>
          </p:nvPr>
        </p:nvSpPr>
        <p:spPr>
          <a:xfrm>
            <a:off x="1656000" y="72000"/>
            <a:ext cx="7416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5A76"/>
              </a:buClr>
              <a:buSzPts val="3200"/>
              <a:buFont typeface="Candara"/>
              <a:buNone/>
              <a:defRPr sz="3200" b="0">
                <a:solidFill>
                  <a:srgbClr val="0D5A7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43" name="Google Shape;143;p8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83236" y="298692"/>
            <a:ext cx="1096770" cy="63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8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41029" y="6248302"/>
            <a:ext cx="5189313" cy="61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84">
            <a:hlinkClick r:id="rId4"/>
          </p:cNvPr>
          <p:cNvSpPr/>
          <p:nvPr/>
        </p:nvSpPr>
        <p:spPr>
          <a:xfrm>
            <a:off x="3849685" y="6426222"/>
            <a:ext cx="457200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u="none">
                <a:solidFill>
                  <a:srgbClr val="F8F8F8"/>
                </a:solidFill>
                <a:latin typeface="Candara"/>
                <a:ea typeface="Candara"/>
                <a:cs typeface="Candara"/>
                <a:sym typeface="Candara"/>
              </a:rPr>
              <a:t>Copyright 2019 Nordling Lab</a:t>
            </a:r>
            <a:endParaRPr sz="1100" u="none">
              <a:solidFill>
                <a:srgbClr val="F8F8F8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46" name="Google Shape;146;p84"/>
          <p:cNvSpPr txBox="1">
            <a:spLocks noGrp="1"/>
          </p:cNvSpPr>
          <p:nvPr>
            <p:ph type="dt" idx="10"/>
          </p:nvPr>
        </p:nvSpPr>
        <p:spPr>
          <a:xfrm>
            <a:off x="9720000" y="6491027"/>
            <a:ext cx="1080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Candara"/>
                <a:ea typeface="Candara"/>
                <a:cs typeface="Candara"/>
                <a:sym typeface="Candar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84"/>
          <p:cNvSpPr txBox="1">
            <a:spLocks noGrp="1"/>
          </p:cNvSpPr>
          <p:nvPr>
            <p:ph type="sldNum" idx="12"/>
          </p:nvPr>
        </p:nvSpPr>
        <p:spPr>
          <a:xfrm>
            <a:off x="11016000" y="6491027"/>
            <a:ext cx="72124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0" lvl="1" indent="0" algn="r">
              <a:spcBef>
                <a:spcPts val="0"/>
              </a:spcBef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0" lvl="2" indent="0" algn="r">
              <a:spcBef>
                <a:spcPts val="0"/>
              </a:spcBef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0" lvl="3" indent="0" algn="r">
              <a:spcBef>
                <a:spcPts val="0"/>
              </a:spcBef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0" lvl="4" indent="0" algn="r">
              <a:spcBef>
                <a:spcPts val="0"/>
              </a:spcBef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0" lvl="5" indent="0" algn="r">
              <a:spcBef>
                <a:spcPts val="0"/>
              </a:spcBef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marL="0" lvl="6" indent="0" algn="r">
              <a:spcBef>
                <a:spcPts val="0"/>
              </a:spcBef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marL="0" lvl="7" indent="0" algn="r">
              <a:spcBef>
                <a:spcPts val="0"/>
              </a:spcBef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marL="0" lvl="8" indent="0" algn="r">
              <a:spcBef>
                <a:spcPts val="0"/>
              </a:spcBef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8" name="Google Shape;148;p84"/>
          <p:cNvSpPr txBox="1">
            <a:spLocks noGrp="1"/>
          </p:cNvSpPr>
          <p:nvPr>
            <p:ph type="ftr" idx="11"/>
          </p:nvPr>
        </p:nvSpPr>
        <p:spPr>
          <a:xfrm>
            <a:off x="7613073" y="605946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Only (no CC)">
  <p:cSld name="2_Title Only (no CC)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5"/>
          <p:cNvSpPr txBox="1">
            <a:spLocks noGrp="1"/>
          </p:cNvSpPr>
          <p:nvPr>
            <p:ph type="title"/>
          </p:nvPr>
        </p:nvSpPr>
        <p:spPr>
          <a:xfrm>
            <a:off x="1656000" y="72000"/>
            <a:ext cx="7416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5A76"/>
              </a:buClr>
              <a:buSzPts val="3200"/>
              <a:buFont typeface="Candara"/>
              <a:buNone/>
              <a:defRPr sz="3200" b="0">
                <a:solidFill>
                  <a:srgbClr val="0D5A7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51" name="Google Shape;151;p8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83236" y="298692"/>
            <a:ext cx="1096770" cy="63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8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41029" y="6248302"/>
            <a:ext cx="5189313" cy="61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85">
            <a:hlinkClick r:id="rId4"/>
          </p:cNvPr>
          <p:cNvSpPr/>
          <p:nvPr/>
        </p:nvSpPr>
        <p:spPr>
          <a:xfrm>
            <a:off x="3849685" y="6426222"/>
            <a:ext cx="457200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u="none">
                <a:solidFill>
                  <a:srgbClr val="F8F8F8"/>
                </a:solidFill>
                <a:latin typeface="Candara"/>
                <a:ea typeface="Candara"/>
                <a:cs typeface="Candara"/>
                <a:sym typeface="Candara"/>
              </a:rPr>
              <a:t>Copyright 2019 Nordling Lab</a:t>
            </a:r>
            <a:endParaRPr sz="1100" u="none">
              <a:solidFill>
                <a:srgbClr val="F8F8F8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54" name="Google Shape;154;p85"/>
          <p:cNvSpPr txBox="1">
            <a:spLocks noGrp="1"/>
          </p:cNvSpPr>
          <p:nvPr>
            <p:ph type="dt" idx="10"/>
          </p:nvPr>
        </p:nvSpPr>
        <p:spPr>
          <a:xfrm>
            <a:off x="9720000" y="6491027"/>
            <a:ext cx="1080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Candara"/>
                <a:ea typeface="Candara"/>
                <a:cs typeface="Candara"/>
                <a:sym typeface="Candar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85"/>
          <p:cNvSpPr txBox="1">
            <a:spLocks noGrp="1"/>
          </p:cNvSpPr>
          <p:nvPr>
            <p:ph type="sldNum" idx="12"/>
          </p:nvPr>
        </p:nvSpPr>
        <p:spPr>
          <a:xfrm>
            <a:off x="11016000" y="6491027"/>
            <a:ext cx="72124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0" lvl="1" indent="0" algn="r">
              <a:spcBef>
                <a:spcPts val="0"/>
              </a:spcBef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0" lvl="2" indent="0" algn="r">
              <a:spcBef>
                <a:spcPts val="0"/>
              </a:spcBef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0" lvl="3" indent="0" algn="r">
              <a:spcBef>
                <a:spcPts val="0"/>
              </a:spcBef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0" lvl="4" indent="0" algn="r">
              <a:spcBef>
                <a:spcPts val="0"/>
              </a:spcBef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0" lvl="5" indent="0" algn="r">
              <a:spcBef>
                <a:spcPts val="0"/>
              </a:spcBef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marL="0" lvl="6" indent="0" algn="r">
              <a:spcBef>
                <a:spcPts val="0"/>
              </a:spcBef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marL="0" lvl="7" indent="0" algn="r">
              <a:spcBef>
                <a:spcPts val="0"/>
              </a:spcBef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marL="0" lvl="8" indent="0" algn="r">
              <a:spcBef>
                <a:spcPts val="0"/>
              </a:spcBef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6" name="Google Shape;156;p85"/>
          <p:cNvSpPr txBox="1">
            <a:spLocks noGrp="1"/>
          </p:cNvSpPr>
          <p:nvPr>
            <p:ph type="ftr" idx="11"/>
          </p:nvPr>
        </p:nvSpPr>
        <p:spPr>
          <a:xfrm>
            <a:off x="7613073" y="605946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ontent with Caption (no CC)">
  <p:cSld name="2_Content with Caption (no CC)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7"/>
          <p:cNvSpPr txBox="1">
            <a:spLocks noGrp="1"/>
          </p:cNvSpPr>
          <p:nvPr>
            <p:ph type="title"/>
          </p:nvPr>
        </p:nvSpPr>
        <p:spPr>
          <a:xfrm>
            <a:off x="1631116" y="279626"/>
            <a:ext cx="4207224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5A76"/>
              </a:buClr>
              <a:buSzPts val="3200"/>
              <a:buFont typeface="Candara"/>
              <a:buNone/>
              <a:defRPr sz="3200" b="1">
                <a:solidFill>
                  <a:srgbClr val="0D5A7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87"/>
          <p:cNvSpPr txBox="1">
            <a:spLocks noGrp="1"/>
          </p:cNvSpPr>
          <p:nvPr>
            <p:ph type="body" idx="1"/>
          </p:nvPr>
        </p:nvSpPr>
        <p:spPr>
          <a:xfrm>
            <a:off x="6063971" y="279625"/>
            <a:ext cx="5908523" cy="5908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 dirty="0"/>
          </a:p>
        </p:txBody>
      </p:sp>
      <p:sp>
        <p:nvSpPr>
          <p:cNvPr id="167" name="Google Shape;167;p87"/>
          <p:cNvSpPr txBox="1">
            <a:spLocks noGrp="1"/>
          </p:cNvSpPr>
          <p:nvPr>
            <p:ph type="body" idx="2"/>
          </p:nvPr>
        </p:nvSpPr>
        <p:spPr>
          <a:xfrm>
            <a:off x="1631116" y="1951076"/>
            <a:ext cx="4207224" cy="4237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168" name="Google Shape;168;p8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83236" y="298692"/>
            <a:ext cx="1096770" cy="63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8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01343" y="6242025"/>
            <a:ext cx="5189313" cy="61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87">
            <a:hlinkClick r:id="rId4"/>
          </p:cNvPr>
          <p:cNvSpPr/>
          <p:nvPr/>
        </p:nvSpPr>
        <p:spPr>
          <a:xfrm>
            <a:off x="3809999" y="6419945"/>
            <a:ext cx="457200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u="none">
                <a:solidFill>
                  <a:srgbClr val="F8F8F8"/>
                </a:solidFill>
                <a:latin typeface="Candara"/>
                <a:ea typeface="Candara"/>
                <a:cs typeface="Candara"/>
                <a:sym typeface="Candara"/>
              </a:rPr>
              <a:t>Copyright 2019 Nordling Lab</a:t>
            </a:r>
            <a:endParaRPr sz="1100" u="none">
              <a:solidFill>
                <a:srgbClr val="F8F8F8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71" name="Google Shape;171;p87"/>
          <p:cNvSpPr txBox="1">
            <a:spLocks noGrp="1"/>
          </p:cNvSpPr>
          <p:nvPr>
            <p:ph type="dt" idx="10"/>
          </p:nvPr>
        </p:nvSpPr>
        <p:spPr>
          <a:xfrm>
            <a:off x="9720000" y="6491027"/>
            <a:ext cx="1080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Candara"/>
                <a:ea typeface="Candara"/>
                <a:cs typeface="Candara"/>
                <a:sym typeface="Candar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87"/>
          <p:cNvSpPr txBox="1">
            <a:spLocks noGrp="1"/>
          </p:cNvSpPr>
          <p:nvPr>
            <p:ph type="sldNum" idx="12"/>
          </p:nvPr>
        </p:nvSpPr>
        <p:spPr>
          <a:xfrm>
            <a:off x="11016000" y="6491027"/>
            <a:ext cx="72124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0" lvl="1" indent="0" algn="r">
              <a:spcBef>
                <a:spcPts val="0"/>
              </a:spcBef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0" lvl="2" indent="0" algn="r">
              <a:spcBef>
                <a:spcPts val="0"/>
              </a:spcBef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0" lvl="3" indent="0" algn="r">
              <a:spcBef>
                <a:spcPts val="0"/>
              </a:spcBef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0" lvl="4" indent="0" algn="r">
              <a:spcBef>
                <a:spcPts val="0"/>
              </a:spcBef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0" lvl="5" indent="0" algn="r">
              <a:spcBef>
                <a:spcPts val="0"/>
              </a:spcBef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marL="0" lvl="6" indent="0" algn="r">
              <a:spcBef>
                <a:spcPts val="0"/>
              </a:spcBef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marL="0" lvl="7" indent="0" algn="r">
              <a:spcBef>
                <a:spcPts val="0"/>
              </a:spcBef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marL="0" lvl="8" indent="0" algn="r">
              <a:spcBef>
                <a:spcPts val="0"/>
              </a:spcBef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3" name="Google Shape;173;p87"/>
          <p:cNvSpPr txBox="1">
            <a:spLocks noGrp="1"/>
          </p:cNvSpPr>
          <p:nvPr>
            <p:ph type="ftr" idx="11"/>
          </p:nvPr>
        </p:nvSpPr>
        <p:spPr>
          <a:xfrm>
            <a:off x="7613073" y="605946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95D7B06-12BC-DA9A-35B8-611FB47B0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B3022-15D5-4ECB-851E-6FB3A5FD5105}" type="datetimeFigureOut">
              <a:rPr lang="zh-TW" altLang="en-US" smtClean="0"/>
              <a:t>2026/1/6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8D028FE-2B65-15D5-625A-1FAE7A538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77370FD-35F2-0D34-E656-EDAB1EFD2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93F83-07A6-4C4D-A221-6E6FE6BE7D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1858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hyperlink" Target="about:blank" TargetMode="Externa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0"/>
          <p:cNvSpPr txBox="1">
            <a:spLocks noGrp="1"/>
          </p:cNvSpPr>
          <p:nvPr>
            <p:ph type="title"/>
          </p:nvPr>
        </p:nvSpPr>
        <p:spPr>
          <a:xfrm>
            <a:off x="1656000" y="72000"/>
            <a:ext cx="7416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5A76"/>
              </a:buClr>
              <a:buSzPts val="3200"/>
              <a:buFont typeface="Candara"/>
              <a:buNone/>
              <a:defRPr sz="3200" b="0" i="0" u="none" strike="noStrike" cap="none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70"/>
          <p:cNvSpPr txBox="1">
            <a:spLocks noGrp="1"/>
          </p:cNvSpPr>
          <p:nvPr>
            <p:ph type="body" idx="1"/>
          </p:nvPr>
        </p:nvSpPr>
        <p:spPr>
          <a:xfrm>
            <a:off x="1656000" y="576000"/>
            <a:ext cx="10080000" cy="5846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70">
            <a:hlinkClick r:id="rId13"/>
          </p:cNvPr>
          <p:cNvSpPr/>
          <p:nvPr/>
        </p:nvSpPr>
        <p:spPr>
          <a:xfrm>
            <a:off x="3849685" y="6426222"/>
            <a:ext cx="45720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F8F8F8"/>
                </a:solidFill>
                <a:latin typeface="Candara"/>
                <a:ea typeface="Candara"/>
                <a:cs typeface="Candara"/>
                <a:sym typeface="Candara"/>
              </a:rPr>
              <a:t>Licensed under CC BY 4.0, except logos</a:t>
            </a:r>
            <a:br>
              <a:rPr lang="en-US" sz="1100" b="0" i="0" u="none" strike="noStrike" cap="none">
                <a:solidFill>
                  <a:srgbClr val="F8F8F8"/>
                </a:solidFill>
                <a:latin typeface="Candara"/>
                <a:ea typeface="Candara"/>
                <a:cs typeface="Candara"/>
                <a:sym typeface="Candara"/>
              </a:rPr>
            </a:br>
            <a:r>
              <a:rPr lang="en-US" sz="1100" b="0" i="0" u="none" strike="noStrike" cap="none">
                <a:solidFill>
                  <a:srgbClr val="F8F8F8"/>
                </a:solidFill>
                <a:latin typeface="Candara"/>
                <a:ea typeface="Candara"/>
                <a:cs typeface="Candara"/>
                <a:sym typeface="Candara"/>
              </a:rPr>
              <a:t>https://creativecommons.org/licenses/by/4.0/legalcode</a:t>
            </a:r>
            <a:endParaRPr/>
          </a:p>
        </p:txBody>
      </p:sp>
      <p:sp>
        <p:nvSpPr>
          <p:cNvPr id="13" name="Google Shape;13;p70"/>
          <p:cNvSpPr txBox="1">
            <a:spLocks noGrp="1"/>
          </p:cNvSpPr>
          <p:nvPr>
            <p:ph type="dt" idx="10"/>
          </p:nvPr>
        </p:nvSpPr>
        <p:spPr>
          <a:xfrm>
            <a:off x="9720000" y="6491027"/>
            <a:ext cx="1080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70"/>
          <p:cNvSpPr txBox="1">
            <a:spLocks noGrp="1"/>
          </p:cNvSpPr>
          <p:nvPr>
            <p:ph type="sldNum" idx="12"/>
          </p:nvPr>
        </p:nvSpPr>
        <p:spPr>
          <a:xfrm>
            <a:off x="11016000" y="6491027"/>
            <a:ext cx="72124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0" marR="0" lvl="1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0" marR="0" lvl="2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0" marR="0" lvl="3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0" marR="0" lvl="4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0" marR="0" lvl="5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marL="0" marR="0" lvl="6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marL="0" marR="0" lvl="7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marL="0" marR="0" lvl="8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70"/>
          <p:cNvSpPr txBox="1">
            <a:spLocks noGrp="1"/>
          </p:cNvSpPr>
          <p:nvPr>
            <p:ph type="ftr" idx="11"/>
          </p:nvPr>
        </p:nvSpPr>
        <p:spPr>
          <a:xfrm>
            <a:off x="7613073" y="605946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rgbClr val="0D5A76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7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5" r:id="rId10"/>
    <p:sldLayoutId id="2147483666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"/>
          <p:cNvSpPr txBox="1">
            <a:spLocks noGrp="1"/>
          </p:cNvSpPr>
          <p:nvPr>
            <p:ph type="ctrTitle"/>
          </p:nvPr>
        </p:nvSpPr>
        <p:spPr>
          <a:xfrm>
            <a:off x="762000" y="665163"/>
            <a:ext cx="10668000" cy="1413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/>
            <a:r>
              <a:rPr lang="en-US" altLang="zh-TW" dirty="0"/>
              <a:t>Evaluating a Large Language Models for MDS-UPDRS Finger Tapping Severity Assessment</a:t>
            </a:r>
            <a:endParaRPr dirty="0"/>
          </a:p>
        </p:txBody>
      </p:sp>
      <p:sp>
        <p:nvSpPr>
          <p:cNvPr id="180" name="Google Shape;180;p1"/>
          <p:cNvSpPr txBox="1">
            <a:spLocks noGrp="1"/>
          </p:cNvSpPr>
          <p:nvPr>
            <p:ph type="subTitle" idx="1"/>
          </p:nvPr>
        </p:nvSpPr>
        <p:spPr>
          <a:xfrm>
            <a:off x="2572987" y="2232561"/>
            <a:ext cx="7046027" cy="2612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indent="0">
              <a:spcBef>
                <a:spcPts val="0"/>
              </a:spcBef>
            </a:pPr>
            <a:r>
              <a:rPr lang="en-US" altLang="zh-TW" dirty="0"/>
              <a:t>Gary Wang</a:t>
            </a:r>
          </a:p>
          <a:p>
            <a:pPr marL="0" indent="0">
              <a:spcBef>
                <a:spcPts val="0"/>
              </a:spcBef>
            </a:pPr>
            <a:endParaRPr lang="en-US" altLang="zh-TW" dirty="0"/>
          </a:p>
          <a:p>
            <a:pPr marL="0" indent="0">
              <a:spcBef>
                <a:spcPts val="0"/>
              </a:spcBef>
            </a:pPr>
            <a:r>
              <a:rPr lang="en-US" dirty="0" err="1"/>
              <a:t>Torbjörn</a:t>
            </a:r>
            <a:r>
              <a:rPr lang="en-US" dirty="0"/>
              <a:t> E. M. </a:t>
            </a:r>
            <a:r>
              <a:rPr lang="en-US" dirty="0" err="1"/>
              <a:t>Nordling</a:t>
            </a:r>
            <a:r>
              <a:rPr lang="en-US" dirty="0"/>
              <a:t>, Ph.D.</a:t>
            </a: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 err="1"/>
              <a:t>Nordling</a:t>
            </a:r>
            <a:r>
              <a:rPr lang="en-US" dirty="0"/>
              <a:t> Lab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Dept. of Mechanical Engineering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National Cheng Kung University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No. 1 University rd., Tainan 70101, Taiwan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ctrTitle"/>
          </p:nvPr>
        </p:nvSpPr>
        <p:spPr>
          <a:xfrm>
            <a:off x="762000" y="665164"/>
            <a:ext cx="10668000" cy="590760"/>
          </a:xfrm>
        </p:spPr>
        <p:txBody>
          <a:bodyPr/>
          <a:lstStyle/>
          <a:p>
            <a:pPr algn="l"/>
            <a:r>
              <a:rPr lang="en-US" dirty="0"/>
              <a:t>Outline </a:t>
            </a:r>
          </a:p>
        </p:txBody>
      </p:sp>
      <p:sp>
        <p:nvSpPr>
          <p:cNvPr id="6" name="副標題 5"/>
          <p:cNvSpPr>
            <a:spLocks noGrp="1"/>
          </p:cNvSpPr>
          <p:nvPr>
            <p:ph type="subTitle" idx="1"/>
          </p:nvPr>
        </p:nvSpPr>
        <p:spPr>
          <a:xfrm>
            <a:off x="762000" y="1255925"/>
            <a:ext cx="10707687" cy="3461041"/>
          </a:xfrm>
        </p:spPr>
        <p:txBody>
          <a:bodyPr>
            <a:normAutofit fontScale="92500" lnSpcReduction="20000"/>
          </a:bodyPr>
          <a:lstStyle/>
          <a:p>
            <a:pPr marL="508000" indent="-457200" algn="l">
              <a:buFont typeface="Arial" panose="020B0604020202020204" pitchFamily="34" charset="0"/>
              <a:buChar char="•"/>
            </a:pPr>
            <a:endParaRPr lang="en-US" altLang="zh-TW" dirty="0"/>
          </a:p>
          <a:p>
            <a:pPr marL="508000" indent="-457200" algn="l">
              <a:buFont typeface="Arial" panose="020B0604020202020204" pitchFamily="34" charset="0"/>
              <a:buChar char="•"/>
            </a:pPr>
            <a:r>
              <a:rPr lang="en-US" altLang="zh-TW" dirty="0"/>
              <a:t>Background</a:t>
            </a:r>
          </a:p>
          <a:p>
            <a:pPr marL="508000" indent="-457200" algn="l">
              <a:buFont typeface="Arial" panose="020B0604020202020204" pitchFamily="34" charset="0"/>
              <a:buChar char="•"/>
            </a:pPr>
            <a:r>
              <a:rPr lang="en-US" altLang="zh-TW" dirty="0"/>
              <a:t>Introduction</a:t>
            </a:r>
          </a:p>
          <a:p>
            <a:pPr marL="508000" indent="-457200" algn="l">
              <a:buFont typeface="Arial" panose="020B0604020202020204" pitchFamily="34" charset="0"/>
              <a:buChar char="•"/>
            </a:pPr>
            <a:r>
              <a:rPr lang="en-US" altLang="zh-TW" dirty="0"/>
              <a:t>Methods</a:t>
            </a:r>
          </a:p>
          <a:p>
            <a:pPr marL="508000" indent="-457200" algn="l">
              <a:buFont typeface="Arial" panose="020B0604020202020204" pitchFamily="34" charset="0"/>
              <a:buChar char="•"/>
            </a:pPr>
            <a:r>
              <a:rPr lang="en-US" altLang="zh-TW" dirty="0"/>
              <a:t>Results</a:t>
            </a:r>
          </a:p>
          <a:p>
            <a:pPr marL="508000" indent="-457200" algn="l">
              <a:buFont typeface="Arial" panose="020B0604020202020204" pitchFamily="34" charset="0"/>
              <a:buChar char="•"/>
            </a:pPr>
            <a:r>
              <a:rPr lang="en-US" altLang="zh-TW" dirty="0"/>
              <a:t>Conclusion</a:t>
            </a:r>
          </a:p>
          <a:p>
            <a:pPr marL="508000" indent="-457200" algn="l">
              <a:buFont typeface="Arial" panose="020B0604020202020204" pitchFamily="34" charset="0"/>
              <a:buChar char="•"/>
            </a:pPr>
            <a:r>
              <a:rPr lang="en-US" altLang="zh-TW" dirty="0"/>
              <a:t>Discussion</a:t>
            </a:r>
          </a:p>
          <a:p>
            <a:pPr marL="508000" indent="-457200" algn="l">
              <a:buFont typeface="Arial" panose="020B0604020202020204" pitchFamily="34" charset="0"/>
              <a:buChar char="•"/>
            </a:pPr>
            <a:r>
              <a:rPr lang="en-US" altLang="zh-TW" dirty="0"/>
              <a:t>Future work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4294967295"/>
          </p:nvPr>
        </p:nvSpPr>
        <p:spPr>
          <a:xfrm>
            <a:off x="11469688" y="6491288"/>
            <a:ext cx="722312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887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2C5BA-6B50-7F8C-BA5A-9133D8158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C499B4-88BB-3508-7567-AD581860E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0410" y="3046359"/>
            <a:ext cx="10330352" cy="765282"/>
          </a:xfrm>
        </p:spPr>
        <p:txBody>
          <a:bodyPr>
            <a:noAutofit/>
          </a:bodyPr>
          <a:lstStyle/>
          <a:p>
            <a:pPr marL="50800" algn="ctr"/>
            <a:r>
              <a:rPr lang="en-US" altLang="zh-TW" sz="8800" dirty="0"/>
              <a:t>Background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7E49511-0780-F537-0F3F-1653F88663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CC55D0-2FAF-3BB5-C802-776AB10C3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Background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7CA9869-BC5C-2508-9135-B7466E5650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3E14A71-D126-7AA8-EC84-E50E74B81CC4}"/>
              </a:ext>
            </a:extLst>
          </p:cNvPr>
          <p:cNvSpPr txBox="1"/>
          <p:nvPr/>
        </p:nvSpPr>
        <p:spPr>
          <a:xfrm>
            <a:off x="1655999" y="612000"/>
            <a:ext cx="9564773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dirty="0">
                <a:latin typeface="Candara" panose="020E0502030303020204" pitchFamily="34" charset="0"/>
              </a:rPr>
              <a:t>Parkinson’s Disease (PD)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dirty="0">
                <a:latin typeface="Candara" panose="020E0502030303020204" pitchFamily="34" charset="0"/>
              </a:rPr>
              <a:t>Neurological disorder affecting 11.8 million globally in 2021.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dirty="0">
                <a:latin typeface="Candara" panose="020E0502030303020204" pitchFamily="34" charset="0"/>
              </a:rPr>
              <a:t>Characterized by bradykinesia (slow decremental movement). </a:t>
            </a:r>
          </a:p>
          <a:p>
            <a:r>
              <a:rPr lang="en-US" altLang="zh-TW" sz="2000" dirty="0">
                <a:latin typeface="Candara" panose="020E0502030303020204" pitchFamily="34" charset="0"/>
              </a:rPr>
              <a:t>MDS-UPDRS Item 3.4: Finger Tapping (FT)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dirty="0">
                <a:latin typeface="Candara" panose="020E0502030303020204" pitchFamily="34" charset="0"/>
              </a:rPr>
              <a:t>A rating scale (0, 1, 2, 3, 4) for diagnosing bradykinesia.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dirty="0">
                <a:latin typeface="Candara" panose="020E0502030303020204" pitchFamily="34" charset="0"/>
              </a:rPr>
              <a:t>Assesses interruptions, slowing, and amplitude decrement.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dirty="0">
                <a:latin typeface="Candara" panose="020E0502030303020204" pitchFamily="34" charset="0"/>
              </a:rPr>
              <a:t>Instruction: Tap index finger on thumb 10 times as fast as possible. </a:t>
            </a:r>
          </a:p>
          <a:p>
            <a:r>
              <a:rPr lang="en-US" altLang="zh-TW" sz="2000" dirty="0">
                <a:latin typeface="Candara" panose="020E0502030303020204" pitchFamily="34" charset="0"/>
              </a:rPr>
              <a:t>Problem Statement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dirty="0">
                <a:latin typeface="Candara" panose="020E0502030303020204" pitchFamily="34" charset="0"/>
              </a:rPr>
              <a:t>Current diagnostic method dependent on movement disorder specialists.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dirty="0">
                <a:latin typeface="Candara" panose="020E0502030303020204" pitchFamily="34" charset="0"/>
              </a:rPr>
              <a:t>Time consuming, costly, manual rating introduces variability and subjectivity. </a:t>
            </a:r>
          </a:p>
          <a:p>
            <a:r>
              <a:rPr lang="en-US" altLang="zh-TW" sz="2000" dirty="0">
                <a:latin typeface="Candara" panose="020E0502030303020204" pitchFamily="34" charset="0"/>
              </a:rPr>
              <a:t>Study Goal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dirty="0">
                <a:latin typeface="Candara" panose="020E0502030303020204" pitchFamily="34" charset="0"/>
              </a:rPr>
              <a:t>Evaluate FT scoring by LLMs, with an analysis process based on task description and MDS-UPDRS FT instructions and compare its performance to that of clinical neurologists. </a:t>
            </a:r>
            <a:endParaRPr lang="zh-TW" altLang="en-US" sz="2000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3286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911898-51A5-5120-4C65-5620A851B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Demographic Characteristics of Participants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6F48F622-29C5-4055-8D49-E1F5C4554CE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pic>
        <p:nvPicPr>
          <p:cNvPr id="5" name="圖片 4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8196FD8B-F8D7-CCA2-EDCC-765DA3D600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923" y="777512"/>
            <a:ext cx="6256897" cy="5302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612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56FF45-011A-8A87-AC6D-28557B759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0410" y="3046359"/>
            <a:ext cx="10330352" cy="765282"/>
          </a:xfrm>
        </p:spPr>
        <p:txBody>
          <a:bodyPr>
            <a:noAutofit/>
          </a:bodyPr>
          <a:lstStyle/>
          <a:p>
            <a:pPr marL="50800" algn="ctr"/>
            <a:r>
              <a:rPr lang="en-US" altLang="zh-TW" sz="8800" dirty="0"/>
              <a:t>Introduction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EB3D70D-76F3-2A8F-1049-3FA4E7CAC56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020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C74EE3-9086-CE9B-60A1-6E760A348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What are Tokens?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FD4426F-F923-696E-F25D-8EB7FCCD70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D0B4C0A-DBE8-C28F-6848-6D9D4D9483CC}"/>
              </a:ext>
            </a:extLst>
          </p:cNvPr>
          <p:cNvSpPr txBox="1"/>
          <p:nvPr/>
        </p:nvSpPr>
        <p:spPr>
          <a:xfrm>
            <a:off x="1656000" y="612000"/>
            <a:ext cx="8555064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zh-TW" altLang="zh-TW" sz="2400" dirty="0">
                <a:solidFill>
                  <a:schemeClr val="tx1"/>
                </a:solidFill>
                <a:latin typeface="Cadara"/>
                <a:ea typeface="+mj-ea"/>
              </a:rPr>
              <a:t>The fundamental unit of text processing for LLMs.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zh-TW" altLang="zh-TW" sz="2400" dirty="0">
                <a:solidFill>
                  <a:schemeClr val="tx1"/>
                </a:solidFill>
                <a:latin typeface="Cadara"/>
                <a:ea typeface="+mj-ea"/>
              </a:rPr>
              <a:t>1000 tokens </a:t>
            </a:r>
            <a:r>
              <a:rPr lang="en-US" altLang="zh-TW" sz="2400" dirty="0">
                <a:solidFill>
                  <a:schemeClr val="tx1"/>
                </a:solidFill>
                <a:latin typeface="Cadara"/>
                <a:ea typeface="+mj-ea"/>
              </a:rPr>
              <a:t>≈</a:t>
            </a:r>
            <a:r>
              <a:rPr lang="zh-TW" altLang="zh-TW" sz="2400" dirty="0">
                <a:solidFill>
                  <a:schemeClr val="tx1"/>
                </a:solidFill>
                <a:latin typeface="Cadara"/>
                <a:ea typeface="+mj-ea"/>
              </a:rPr>
              <a:t>750 English words.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zh-TW" altLang="zh-TW" sz="2400" dirty="0">
                <a:solidFill>
                  <a:schemeClr val="tx1"/>
                </a:solidFill>
                <a:latin typeface="Cadara"/>
                <a:ea typeface="+mj-ea"/>
              </a:rPr>
              <a:t>Critical Factor</a:t>
            </a:r>
            <a:r>
              <a:rPr lang="en-US" altLang="zh-TW" sz="2400" dirty="0">
                <a:solidFill>
                  <a:schemeClr val="tx1"/>
                </a:solidFill>
                <a:latin typeface="Cadara"/>
                <a:ea typeface="+mj-ea"/>
              </a:rPr>
              <a:t>:</a:t>
            </a:r>
            <a:r>
              <a:rPr lang="en-US" altLang="zh-TW" sz="2400" b="1" dirty="0">
                <a:solidFill>
                  <a:schemeClr val="tx1"/>
                </a:solidFill>
                <a:latin typeface="Cadara"/>
                <a:ea typeface="+mj-ea"/>
              </a:rPr>
              <a:t> </a:t>
            </a:r>
            <a:r>
              <a:rPr lang="zh-TW" altLang="zh-TW" sz="2400" dirty="0">
                <a:solidFill>
                  <a:schemeClr val="tx1"/>
                </a:solidFill>
                <a:latin typeface="Cadara"/>
                <a:ea typeface="+mj-ea"/>
              </a:rPr>
              <a:t>Raw numerical data (coordinates) consumes massive amounts of tokens.</a:t>
            </a:r>
            <a:endParaRPr lang="en-US" altLang="zh-TW" sz="2400" dirty="0">
              <a:solidFill>
                <a:schemeClr val="tx1"/>
              </a:solidFill>
              <a:latin typeface="Cadara"/>
              <a:ea typeface="+mj-ea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altLang="zh-TW" sz="2400" dirty="0">
              <a:solidFill>
                <a:schemeClr val="tx1"/>
              </a:solidFill>
              <a:latin typeface="Cadara"/>
              <a:ea typeface="+mj-ea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zh-TW" altLang="zh-TW" sz="2400" dirty="0">
              <a:solidFill>
                <a:schemeClr val="tx1"/>
              </a:solidFill>
              <a:latin typeface="Cadara"/>
              <a:ea typeface="+mj-ea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zh-TW" altLang="zh-TW" sz="2400" b="1" dirty="0">
                <a:solidFill>
                  <a:schemeClr val="tx1"/>
                </a:solidFill>
                <a:latin typeface="Cadara"/>
                <a:ea typeface="+mj-ea"/>
              </a:rPr>
              <a:t>Why Token Count Matters:</a:t>
            </a:r>
            <a:endParaRPr lang="zh-TW" altLang="zh-TW" sz="2400" dirty="0">
              <a:solidFill>
                <a:schemeClr val="tx1"/>
              </a:solidFill>
              <a:latin typeface="Cadara"/>
              <a:ea typeface="+mj-ea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zh-TW" altLang="zh-TW" sz="2400" dirty="0">
                <a:solidFill>
                  <a:schemeClr val="tx1"/>
                </a:solidFill>
                <a:latin typeface="Cadara"/>
                <a:ea typeface="+mj-ea"/>
              </a:rPr>
              <a:t>Cost</a:t>
            </a:r>
            <a:r>
              <a:rPr lang="en-US" altLang="zh-TW" sz="2400" dirty="0">
                <a:solidFill>
                  <a:schemeClr val="tx1"/>
                </a:solidFill>
                <a:latin typeface="Cadara"/>
                <a:ea typeface="+mj-ea"/>
              </a:rPr>
              <a:t>: </a:t>
            </a:r>
            <a:r>
              <a:rPr lang="zh-TW" altLang="zh-TW" sz="2400" dirty="0">
                <a:solidFill>
                  <a:schemeClr val="tx1"/>
                </a:solidFill>
                <a:latin typeface="Cadara"/>
                <a:ea typeface="+mj-ea"/>
              </a:rPr>
              <a:t>API usage is billed per token.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zh-TW" altLang="zh-TW" sz="2400" dirty="0">
                <a:solidFill>
                  <a:schemeClr val="tx1"/>
                </a:solidFill>
                <a:latin typeface="Cadara"/>
                <a:ea typeface="+mj-ea"/>
              </a:rPr>
              <a:t>Focus</a:t>
            </a:r>
            <a:r>
              <a:rPr lang="en-US" altLang="zh-TW" sz="2400" dirty="0">
                <a:solidFill>
                  <a:schemeClr val="tx1"/>
                </a:solidFill>
                <a:latin typeface="Cadara"/>
                <a:ea typeface="+mj-ea"/>
              </a:rPr>
              <a:t>: </a:t>
            </a:r>
            <a:r>
              <a:rPr lang="zh-TW" altLang="zh-TW" sz="2400" dirty="0">
                <a:solidFill>
                  <a:schemeClr val="tx1"/>
                </a:solidFill>
                <a:latin typeface="Cadara"/>
                <a:ea typeface="+mj-ea"/>
              </a:rPr>
              <a:t>Too much irrelevant data distracts the model.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14507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D8968C-B385-4331-556C-F91CB9A2A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Comparison of non-shot prompt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41012AC-0754-CF86-524F-AD58C8B952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pic>
        <p:nvPicPr>
          <p:cNvPr id="5" name="圖片 4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18ECC181-6794-FEF1-F2C6-9C297A54B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999" y="611999"/>
            <a:ext cx="9555945" cy="5137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400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A3294-BDF3-F80F-A89C-07934204C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50249B-BE0E-6615-6A75-8EE351E45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Comparison of few-shot prompt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9159967-FCC0-7C56-3AD9-11B54D250A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pic>
        <p:nvPicPr>
          <p:cNvPr id="8" name="圖片 7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4BBE76A9-A08D-B91B-FCE5-E058CA4A1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580" y="612000"/>
            <a:ext cx="8212198" cy="5453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282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A1129-5AEA-02D8-72AB-0F294A52B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916885-12B7-1CE1-C1C5-69B643002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0410" y="3046359"/>
            <a:ext cx="10330352" cy="765282"/>
          </a:xfrm>
        </p:spPr>
        <p:txBody>
          <a:bodyPr>
            <a:noAutofit/>
          </a:bodyPr>
          <a:lstStyle/>
          <a:p>
            <a:pPr marL="50800" algn="ctr"/>
            <a:r>
              <a:rPr lang="en-US" altLang="zh-TW" sz="8800" dirty="0"/>
              <a:t>Method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DAAEAF4-21C4-9AAE-7415-E08F2B3B6C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38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93EEEC-7FFE-B1A7-EF83-7DDD3BD9B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Data Processing Pipeline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D3E2793-DFB5-30F9-0C81-D88288B7DB6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sp>
        <p:nvSpPr>
          <p:cNvPr id="7" name="流程圖: 替代程序 6">
            <a:extLst>
              <a:ext uri="{FF2B5EF4-FFF2-40B4-BE49-F238E27FC236}">
                <a16:creationId xmlns:a16="http://schemas.microsoft.com/office/drawing/2014/main" id="{B7A9338C-155D-BDBB-899B-35F0D05FFEB8}"/>
              </a:ext>
            </a:extLst>
          </p:cNvPr>
          <p:cNvSpPr/>
          <p:nvPr/>
        </p:nvSpPr>
        <p:spPr>
          <a:xfrm>
            <a:off x="1782305" y="1286359"/>
            <a:ext cx="2138766" cy="1503336"/>
          </a:xfrm>
          <a:prstGeom prst="flowChartAlternateProcess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latin typeface="Candara" panose="020E0502030303020204" pitchFamily="34" charset="0"/>
              </a:rPr>
              <a:t>Raw csv data</a:t>
            </a:r>
            <a:endParaRPr lang="zh-TW" altLang="en-US" sz="2400" dirty="0">
              <a:latin typeface="Candara" panose="020E0502030303020204" pitchFamily="34" charset="0"/>
            </a:endParaRPr>
          </a:p>
        </p:txBody>
      </p:sp>
      <p:sp>
        <p:nvSpPr>
          <p:cNvPr id="8" name="流程圖: 替代程序 7">
            <a:extLst>
              <a:ext uri="{FF2B5EF4-FFF2-40B4-BE49-F238E27FC236}">
                <a16:creationId xmlns:a16="http://schemas.microsoft.com/office/drawing/2014/main" id="{A12FF31B-C2BE-E05F-E8B3-733549A43D5E}"/>
              </a:ext>
            </a:extLst>
          </p:cNvPr>
          <p:cNvSpPr/>
          <p:nvPr/>
        </p:nvSpPr>
        <p:spPr>
          <a:xfrm>
            <a:off x="4572801" y="1286359"/>
            <a:ext cx="2138766" cy="1503336"/>
          </a:xfrm>
          <a:prstGeom prst="flowChartAlternateProcess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latin typeface="Candara" panose="020E0502030303020204" pitchFamily="34" charset="0"/>
              </a:rPr>
              <a:t>Feature extraction</a:t>
            </a:r>
            <a:endParaRPr lang="zh-TW" altLang="en-US" sz="2400" dirty="0">
              <a:latin typeface="Candara" panose="020E0502030303020204" pitchFamily="34" charset="0"/>
            </a:endParaRPr>
          </a:p>
        </p:txBody>
      </p:sp>
      <p:sp>
        <p:nvSpPr>
          <p:cNvPr id="9" name="流程圖: 替代程序 8">
            <a:extLst>
              <a:ext uri="{FF2B5EF4-FFF2-40B4-BE49-F238E27FC236}">
                <a16:creationId xmlns:a16="http://schemas.microsoft.com/office/drawing/2014/main" id="{B1EE7AEF-2A4E-06B5-E130-E68CE00D90CD}"/>
              </a:ext>
            </a:extLst>
          </p:cNvPr>
          <p:cNvSpPr/>
          <p:nvPr/>
        </p:nvSpPr>
        <p:spPr>
          <a:xfrm>
            <a:off x="7594525" y="1286359"/>
            <a:ext cx="2138766" cy="1503336"/>
          </a:xfrm>
          <a:prstGeom prst="flowChartAlternateProcess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latin typeface="Candara" panose="020E0502030303020204" pitchFamily="34" charset="0"/>
              </a:rPr>
              <a:t>Prompt with target data</a:t>
            </a:r>
            <a:endParaRPr lang="zh-TW" altLang="en-US" sz="2400" dirty="0">
              <a:latin typeface="Candara" panose="020E0502030303020204" pitchFamily="34" charset="0"/>
            </a:endParaRPr>
          </a:p>
        </p:txBody>
      </p:sp>
      <p:sp>
        <p:nvSpPr>
          <p:cNvPr id="10" name="流程圖: 替代程序 9">
            <a:extLst>
              <a:ext uri="{FF2B5EF4-FFF2-40B4-BE49-F238E27FC236}">
                <a16:creationId xmlns:a16="http://schemas.microsoft.com/office/drawing/2014/main" id="{4F745BAE-F556-5718-C486-DD3F437EF15A}"/>
              </a:ext>
            </a:extLst>
          </p:cNvPr>
          <p:cNvSpPr/>
          <p:nvPr/>
        </p:nvSpPr>
        <p:spPr>
          <a:xfrm>
            <a:off x="4477407" y="3603890"/>
            <a:ext cx="2138766" cy="1503336"/>
          </a:xfrm>
          <a:prstGeom prst="flowChartAlternateProcess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latin typeface="Candara" panose="020E0502030303020204" pitchFamily="34" charset="0"/>
              </a:rPr>
              <a:t>Prompt without target data</a:t>
            </a:r>
            <a:endParaRPr lang="zh-TW" altLang="en-US" sz="2400" dirty="0">
              <a:latin typeface="Candara" panose="020E0502030303020204" pitchFamily="34" charset="0"/>
            </a:endParaRPr>
          </a:p>
        </p:txBody>
      </p:sp>
      <p:sp>
        <p:nvSpPr>
          <p:cNvPr id="11" name="箭號: 向右 10">
            <a:extLst>
              <a:ext uri="{FF2B5EF4-FFF2-40B4-BE49-F238E27FC236}">
                <a16:creationId xmlns:a16="http://schemas.microsoft.com/office/drawing/2014/main" id="{28C6B566-9266-FE03-0C86-7135C4861272}"/>
              </a:ext>
            </a:extLst>
          </p:cNvPr>
          <p:cNvSpPr/>
          <p:nvPr/>
        </p:nvSpPr>
        <p:spPr>
          <a:xfrm>
            <a:off x="4035972" y="1870841"/>
            <a:ext cx="441435" cy="2837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400">
              <a:latin typeface="Candara" panose="020E0502030303020204" pitchFamily="34" charset="0"/>
            </a:endParaRPr>
          </a:p>
        </p:txBody>
      </p:sp>
      <p:sp>
        <p:nvSpPr>
          <p:cNvPr id="13" name="箭號: 向右 12">
            <a:extLst>
              <a:ext uri="{FF2B5EF4-FFF2-40B4-BE49-F238E27FC236}">
                <a16:creationId xmlns:a16="http://schemas.microsoft.com/office/drawing/2014/main" id="{63268377-21DD-84F4-F839-94533D277BCC}"/>
              </a:ext>
            </a:extLst>
          </p:cNvPr>
          <p:cNvSpPr/>
          <p:nvPr/>
        </p:nvSpPr>
        <p:spPr>
          <a:xfrm rot="18746193">
            <a:off x="6823271" y="3103450"/>
            <a:ext cx="712187" cy="2837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400">
              <a:latin typeface="Candara" panose="020E0502030303020204" pitchFamily="34" charset="0"/>
            </a:endParaRPr>
          </a:p>
        </p:txBody>
      </p:sp>
      <p:sp>
        <p:nvSpPr>
          <p:cNvPr id="14" name="箭號: 向右 13">
            <a:extLst>
              <a:ext uri="{FF2B5EF4-FFF2-40B4-BE49-F238E27FC236}">
                <a16:creationId xmlns:a16="http://schemas.microsoft.com/office/drawing/2014/main" id="{EC372172-8EFF-287B-31DE-7B8DE6617E4C}"/>
              </a:ext>
            </a:extLst>
          </p:cNvPr>
          <p:cNvSpPr/>
          <p:nvPr/>
        </p:nvSpPr>
        <p:spPr>
          <a:xfrm>
            <a:off x="6958648" y="1966055"/>
            <a:ext cx="441435" cy="2837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40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14812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70CB63-B491-D8CE-AAEA-705F171E8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Non-shot prompting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4444FB9-1DC0-697B-F3F1-66F7471F4B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4D227AD-4031-3DEE-DEAC-4600D527B5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5576394"/>
              </p:ext>
            </p:extLst>
          </p:nvPr>
        </p:nvGraphicFramePr>
        <p:xfrm>
          <a:off x="1656000" y="778151"/>
          <a:ext cx="9843742" cy="5057858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9843742">
                  <a:extLst>
                    <a:ext uri="{9D8B030D-6E8A-4147-A177-3AD203B41FA5}">
                      <a16:colId xmlns:a16="http://schemas.microsoft.com/office/drawing/2014/main" val="4269908322"/>
                    </a:ext>
                  </a:extLst>
                </a:gridCol>
              </a:tblGrid>
              <a:tr h="26512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2000" b="0" strike="noStrike" dirty="0">
                          <a:solidFill>
                            <a:schemeClr val="tx1"/>
                          </a:solidFill>
                          <a:latin typeface="Cadara"/>
                        </a:rPr>
                        <a:t>The provided CSV file contains data with five columns: frame,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2000" b="0" strike="noStrike" dirty="0" err="1">
                          <a:solidFill>
                            <a:schemeClr val="tx1"/>
                          </a:solidFill>
                          <a:latin typeface="Cadara"/>
                        </a:rPr>
                        <a:t>X_thumb</a:t>
                      </a:r>
                      <a:r>
                        <a:rPr lang="en-US" altLang="zh-TW" sz="2000" b="0" strike="noStrike" dirty="0">
                          <a:solidFill>
                            <a:schemeClr val="tx1"/>
                          </a:solidFill>
                          <a:latin typeface="Cadara"/>
                        </a:rPr>
                        <a:t>, </a:t>
                      </a:r>
                      <a:r>
                        <a:rPr lang="en-US" altLang="zh-TW" sz="2000" b="0" strike="noStrike" dirty="0" err="1">
                          <a:solidFill>
                            <a:schemeClr val="tx1"/>
                          </a:solidFill>
                          <a:latin typeface="Cadara"/>
                        </a:rPr>
                        <a:t>Y_thumb</a:t>
                      </a:r>
                      <a:r>
                        <a:rPr lang="en-US" altLang="zh-TW" sz="2000" b="0" strike="noStrike" dirty="0">
                          <a:solidFill>
                            <a:schemeClr val="tx1"/>
                          </a:solidFill>
                          <a:latin typeface="Cadara"/>
                        </a:rPr>
                        <a:t>, </a:t>
                      </a:r>
                      <a:r>
                        <a:rPr lang="en-US" altLang="zh-TW" sz="2000" b="0" strike="noStrike" dirty="0" err="1">
                          <a:solidFill>
                            <a:schemeClr val="tx1"/>
                          </a:solidFill>
                          <a:latin typeface="Cadara"/>
                        </a:rPr>
                        <a:t>X_index</a:t>
                      </a:r>
                      <a:r>
                        <a:rPr lang="en-US" altLang="zh-TW" sz="2000" b="0" strike="noStrike" dirty="0">
                          <a:solidFill>
                            <a:schemeClr val="tx1"/>
                          </a:solidFill>
                          <a:latin typeface="Cadara"/>
                        </a:rPr>
                        <a:t>, and </a:t>
                      </a:r>
                      <a:r>
                        <a:rPr lang="en-US" altLang="zh-TW" sz="2000" b="0" strike="noStrike" dirty="0" err="1">
                          <a:solidFill>
                            <a:schemeClr val="tx1"/>
                          </a:solidFill>
                          <a:latin typeface="Cadara"/>
                        </a:rPr>
                        <a:t>Y_index</a:t>
                      </a:r>
                      <a:r>
                        <a:rPr lang="en-US" altLang="zh-TW" sz="2000" b="0" strike="noStrike" dirty="0">
                          <a:solidFill>
                            <a:schemeClr val="tx1"/>
                          </a:solidFill>
                          <a:latin typeface="Cadara"/>
                        </a:rPr>
                        <a:t>. The first column </a:t>
                      </a:r>
                      <a:r>
                        <a:rPr lang="en-US" altLang="zh-TW" sz="2000" b="0" strike="noStrike" dirty="0" err="1">
                          <a:solidFill>
                            <a:schemeClr val="tx1"/>
                          </a:solidFill>
                          <a:latin typeface="Cadara"/>
                        </a:rPr>
                        <a:t>repre</a:t>
                      </a:r>
                      <a:endParaRPr lang="en-US" altLang="zh-TW" sz="2000" b="0" strike="noStrike" dirty="0">
                        <a:solidFill>
                          <a:schemeClr val="tx1"/>
                        </a:solidFill>
                        <a:latin typeface="Cadara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2000" b="0" strike="noStrike" dirty="0" err="1">
                          <a:solidFill>
                            <a:schemeClr val="tx1"/>
                          </a:solidFill>
                          <a:latin typeface="Cadara"/>
                        </a:rPr>
                        <a:t>sents</a:t>
                      </a:r>
                      <a:r>
                        <a:rPr lang="en-US" altLang="zh-TW" sz="2000" b="0" strike="noStrike" dirty="0">
                          <a:solidFill>
                            <a:schemeClr val="tx1"/>
                          </a:solidFill>
                          <a:latin typeface="Cadara"/>
                        </a:rPr>
                        <a:t> the frame number. The second and third columns represent the x and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2000" b="0" strike="noStrike" dirty="0">
                          <a:solidFill>
                            <a:schemeClr val="tx1"/>
                          </a:solidFill>
                          <a:latin typeface="Cadara"/>
                        </a:rPr>
                        <a:t>y coordinates of the thumb sticker, respectively. The fourth and fifth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2000" b="0" strike="noStrike" dirty="0">
                          <a:solidFill>
                            <a:schemeClr val="tx1"/>
                          </a:solidFill>
                          <a:latin typeface="Cadara"/>
                        </a:rPr>
                        <a:t>columns represent the x and y coordinates of the index finger sticker, re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2000" b="0" strike="noStrike" dirty="0" err="1">
                          <a:solidFill>
                            <a:schemeClr val="tx1"/>
                          </a:solidFill>
                          <a:latin typeface="Cadara"/>
                        </a:rPr>
                        <a:t>spectively</a:t>
                      </a:r>
                      <a:r>
                        <a:rPr lang="en-US" altLang="zh-TW" sz="2000" b="1" strike="noStrike" dirty="0">
                          <a:solidFill>
                            <a:schemeClr val="tx1"/>
                          </a:solidFill>
                          <a:latin typeface="Cadara"/>
                        </a:rPr>
                        <a:t>. This data comes from a subject performing the MDS-UPDRS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2000" b="1" strike="noStrike" dirty="0">
                          <a:solidFill>
                            <a:schemeClr val="tx1"/>
                          </a:solidFill>
                          <a:latin typeface="Cadara"/>
                        </a:rPr>
                        <a:t>finger tapping test, with stickers fixed to the thumb and index finger. The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2000" b="1" strike="noStrike" dirty="0">
                          <a:solidFill>
                            <a:schemeClr val="tx1"/>
                          </a:solidFill>
                          <a:latin typeface="Cadara"/>
                        </a:rPr>
                        <a:t>subject was instructed to tap the index finger on the thumb 10 times to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2000" b="1" strike="noStrike" dirty="0">
                          <a:solidFill>
                            <a:schemeClr val="tx1"/>
                          </a:solidFill>
                          <a:latin typeface="Cadara"/>
                        </a:rPr>
                        <a:t>perform continuous finger tapping. </a:t>
                      </a:r>
                      <a:r>
                        <a:rPr lang="en-US" altLang="zh-TW" sz="2000" b="0" strike="noStrike" dirty="0">
                          <a:solidFill>
                            <a:schemeClr val="tx1"/>
                          </a:solidFill>
                          <a:latin typeface="Cadara"/>
                        </a:rPr>
                        <a:t>Cameras recording at a frame rate of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2000" b="0" strike="noStrike" dirty="0">
                          <a:solidFill>
                            <a:schemeClr val="tx1"/>
                          </a:solidFill>
                          <a:latin typeface="Cadara"/>
                        </a:rPr>
                        <a:t>240 frames per second (fps) captured the movement</a:t>
                      </a:r>
                      <a:r>
                        <a:rPr lang="en-US" altLang="zh-TW" sz="2000" b="0" strike="noStrike" dirty="0">
                          <a:latin typeface="Cadara"/>
                        </a:rPr>
                        <a:t>.</a:t>
                      </a:r>
                      <a:endParaRPr lang="zh-TW" altLang="en-US" sz="2000" b="0" strike="noStrike" dirty="0">
                        <a:latin typeface="Cadar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7172163"/>
                  </a:ext>
                </a:extLst>
              </a:tr>
              <a:tr h="1918418">
                <a:tc>
                  <a:txBody>
                    <a:bodyPr/>
                    <a:lstStyle/>
                    <a:p>
                      <a:r>
                        <a:rPr lang="en-US" altLang="zh-TW" sz="2000" b="1" dirty="0">
                          <a:latin typeface="Cadara"/>
                        </a:rPr>
                        <a:t>The data provided below consists of extracted features (tap count, periods, and amplitudes) derived from a subject performing the MDS-UPDRS Item 3.4 Finger Tapping test. The subject was instructed to tap the index finger on the thumb 10 times as quickly and as largely as possible.</a:t>
                      </a:r>
                      <a:endParaRPr lang="zh-TW" altLang="en-US" sz="2000" b="1" dirty="0">
                        <a:latin typeface="Cadar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44410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38669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60DA1C-17F9-49D1-1DEA-F717A1B76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Non-shot prompting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8D54F96-4BC8-C44B-DBD2-C5B263E0A87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F32586E-89E2-68C2-0BC2-FE4AB98812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6547898"/>
              </p:ext>
            </p:extLst>
          </p:nvPr>
        </p:nvGraphicFramePr>
        <p:xfrm>
          <a:off x="1656000" y="1112520"/>
          <a:ext cx="8128000" cy="231648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42791617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2000" b="0" dirty="0">
                          <a:latin typeface="Cadara"/>
                        </a:rPr>
                        <a:t>To determine the subject’s score, analyze the provided data </a:t>
                      </a:r>
                      <a:r>
                        <a:rPr lang="en-US" altLang="zh-TW" sz="2000" b="0" dirty="0" err="1">
                          <a:latin typeface="Cadara"/>
                        </a:rPr>
                        <a:t>thor</a:t>
                      </a:r>
                      <a:r>
                        <a:rPr lang="en-US" altLang="zh-TW" sz="2000" b="0" dirty="0">
                          <a:latin typeface="Cadara"/>
                        </a:rPr>
                        <a:t> </a:t>
                      </a:r>
                      <a:r>
                        <a:rPr lang="en-US" altLang="zh-TW" sz="2000" b="0" dirty="0" err="1">
                          <a:latin typeface="Cadara"/>
                        </a:rPr>
                        <a:t>oughly</a:t>
                      </a:r>
                      <a:r>
                        <a:rPr lang="en-US" altLang="zh-TW" sz="2000" b="0" dirty="0">
                          <a:latin typeface="Cadara"/>
                        </a:rPr>
                        <a:t> and give a detailed motivation for the assigned score based on the MDS-</a:t>
                      </a:r>
                      <a:r>
                        <a:rPr lang="en-US" altLang="zh-TW" sz="2000" b="0" dirty="0" err="1">
                          <a:latin typeface="Cadara"/>
                        </a:rPr>
                        <a:t>UPDRSfinger</a:t>
                      </a:r>
                      <a:r>
                        <a:rPr lang="en-US" altLang="zh-TW" sz="2000" b="0" dirty="0">
                          <a:latin typeface="Cadara"/>
                        </a:rPr>
                        <a:t> tapping instruction. Print the score using only one number on the last line of your answer, after the detailed motivation.</a:t>
                      </a:r>
                      <a:endParaRPr lang="zh-TW" altLang="en-US" sz="2000" b="0" dirty="0">
                        <a:latin typeface="Cadar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0907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TW" sz="2000" b="0" dirty="0">
                          <a:latin typeface="Cadara"/>
                        </a:rPr>
                        <a:t>Below are the extracted features including tap count, periods, and amplitudes. Please analyze this information and provide your score on the last line.</a:t>
                      </a:r>
                      <a:endParaRPr lang="zh-TW" altLang="en-US" sz="2000" b="0" dirty="0">
                        <a:latin typeface="Cadar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75741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05200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B76D3C-C564-1406-BAC2-C618789A2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Few-shot prompting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245B27F4-79E7-51E2-5B69-4F36B3C926D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B6F25C2-A0F8-85BB-0B65-CDF7EEA334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805123"/>
              </p:ext>
            </p:extLst>
          </p:nvPr>
        </p:nvGraphicFramePr>
        <p:xfrm>
          <a:off x="2032000" y="719666"/>
          <a:ext cx="8128000" cy="445008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34237965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2000" b="0" dirty="0">
                          <a:latin typeface="Cadara"/>
                        </a:rPr>
                        <a:t>The provided CSV file contain target data with five columns: frame, </a:t>
                      </a:r>
                      <a:r>
                        <a:rPr lang="en-US" altLang="zh-TW" sz="2000" b="0" dirty="0" err="1">
                          <a:latin typeface="Cadara"/>
                        </a:rPr>
                        <a:t>X_thumb</a:t>
                      </a:r>
                      <a:r>
                        <a:rPr lang="en-US" altLang="zh-TW" sz="2000" b="0" dirty="0">
                          <a:latin typeface="Cadara"/>
                        </a:rPr>
                        <a:t>, </a:t>
                      </a:r>
                      <a:r>
                        <a:rPr lang="en-US" altLang="zh-TW" sz="2000" b="0" dirty="0" err="1">
                          <a:latin typeface="Cadara"/>
                        </a:rPr>
                        <a:t>Y_thumb</a:t>
                      </a:r>
                      <a:r>
                        <a:rPr lang="en-US" altLang="zh-TW" sz="2000" b="0" dirty="0">
                          <a:latin typeface="Cadara"/>
                        </a:rPr>
                        <a:t>, </a:t>
                      </a:r>
                      <a:r>
                        <a:rPr lang="en-US" altLang="zh-TW" sz="2000" b="0" dirty="0" err="1">
                          <a:latin typeface="Cadara"/>
                        </a:rPr>
                        <a:t>X_index</a:t>
                      </a:r>
                      <a:r>
                        <a:rPr lang="en-US" altLang="zh-TW" sz="2000" b="0" dirty="0">
                          <a:latin typeface="Cadara"/>
                        </a:rPr>
                        <a:t>, and </a:t>
                      </a:r>
                      <a:r>
                        <a:rPr lang="en-US" altLang="zh-TW" sz="2000" b="0" dirty="0" err="1">
                          <a:latin typeface="Cadara"/>
                        </a:rPr>
                        <a:t>Y_index</a:t>
                      </a:r>
                      <a:r>
                        <a:rPr lang="en-US" altLang="zh-TW" sz="2000" b="0" dirty="0">
                          <a:latin typeface="Cadara"/>
                        </a:rPr>
                        <a:t>. The first column </a:t>
                      </a:r>
                      <a:r>
                        <a:rPr lang="en-US" altLang="zh-TW" sz="2000" b="0" dirty="0" err="1">
                          <a:latin typeface="Cadara"/>
                        </a:rPr>
                        <a:t>repre</a:t>
                      </a:r>
                      <a:r>
                        <a:rPr lang="en-US" altLang="zh-TW" sz="2000" b="0" dirty="0">
                          <a:latin typeface="Cadara"/>
                        </a:rPr>
                        <a:t> </a:t>
                      </a:r>
                      <a:r>
                        <a:rPr lang="en-US" altLang="zh-TW" sz="2000" b="0" dirty="0" err="1">
                          <a:latin typeface="Cadara"/>
                        </a:rPr>
                        <a:t>sents</a:t>
                      </a:r>
                      <a:r>
                        <a:rPr lang="en-US" altLang="zh-TW" sz="2000" b="0" dirty="0">
                          <a:latin typeface="Cadara"/>
                        </a:rPr>
                        <a:t> the frame number. The second and third columns represent the x and y coordinates of the thumb sticker, respectively. The fourth and fifth columns represent the x and y coordinates of the index finger sticker, respectively. This </a:t>
                      </a:r>
                      <a:r>
                        <a:rPr lang="en-US" altLang="zh-TW" sz="2000" b="0" dirty="0" err="1">
                          <a:latin typeface="Cadara"/>
                        </a:rPr>
                        <a:t>targetdatacomesfromasubjectperformingtheMDS-UPDRSfinger</a:t>
                      </a:r>
                      <a:r>
                        <a:rPr lang="en-US" altLang="zh-TW" sz="2000" b="0" dirty="0">
                          <a:latin typeface="Cadara"/>
                        </a:rPr>
                        <a:t> tapping test, with stickers fixed to the thumb and index finger. The subject was instructed to tap the index finger on the thumb 10 times to perform </a:t>
                      </a:r>
                      <a:r>
                        <a:rPr lang="en-US" altLang="zh-TW" sz="2000" b="0" dirty="0" err="1">
                          <a:latin typeface="Cadara"/>
                        </a:rPr>
                        <a:t>continuousfingertapping</a:t>
                      </a:r>
                      <a:r>
                        <a:rPr lang="en-US" altLang="zh-TW" sz="2000" b="0" dirty="0">
                          <a:latin typeface="Cadara"/>
                        </a:rPr>
                        <a:t>. Camerasrecordingataframerateof240frames per second (fps) captured the movement. </a:t>
                      </a:r>
                      <a:endParaRPr lang="zh-TW" altLang="en-US" sz="2000" b="0" dirty="0">
                        <a:latin typeface="Cadar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9477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2000" b="0" dirty="0">
                          <a:latin typeface="Cadara"/>
                        </a:rPr>
                        <a:t>You are an expert neurologist specializing in Parkinson's Disease. Your task is to score the severity of a Finger Tapping (FT) test according to the MDS-UPDRS Item 3.4 criteria.</a:t>
                      </a:r>
                      <a:endParaRPr lang="zh-TW" altLang="en-US" sz="2000" b="0" dirty="0">
                        <a:latin typeface="Cadara"/>
                      </a:endParaRPr>
                    </a:p>
                    <a:p>
                      <a:endParaRPr lang="zh-TW" altLang="en-US" sz="2000" b="0" dirty="0">
                        <a:latin typeface="Cadar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942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82826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F373DC-AC8A-00CF-0342-D0C9C2E51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Few-shot prompting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6DFCF418-89B7-9760-3229-E23EFC01C9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99D217C-DBB0-5C39-7281-4B791F12DE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3974480"/>
              </p:ext>
            </p:extLst>
          </p:nvPr>
        </p:nvGraphicFramePr>
        <p:xfrm>
          <a:off x="2032000" y="719666"/>
          <a:ext cx="8128000" cy="50901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7680280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1400" b="0" dirty="0">
                          <a:latin typeface="Cadara"/>
                        </a:rPr>
                        <a:t>### 2. FEW-SHOT REFERENCE EXAMPLES</a:t>
                      </a:r>
                    </a:p>
                    <a:p>
                      <a:r>
                        <a:rPr lang="en-US" altLang="zh-TW" sz="1400" b="0" dirty="0">
                          <a:latin typeface="Cadara"/>
                        </a:rPr>
                        <a:t>Use the following examples (features extracted from patients with known scores) to calibrate your analysis.</a:t>
                      </a:r>
                    </a:p>
                    <a:p>
                      <a:r>
                        <a:rPr lang="en-US" altLang="zh-TW" sz="1400" b="0" dirty="0">
                          <a:latin typeface="Cadara"/>
                        </a:rPr>
                        <a:t>-- Score 0 --</a:t>
                      </a:r>
                    </a:p>
                    <a:p>
                      <a:r>
                        <a:rPr lang="en-US" altLang="zh-TW" sz="1400" b="0" dirty="0">
                          <a:latin typeface="Cadara"/>
                        </a:rPr>
                        <a:t>Taps: 11</a:t>
                      </a:r>
                    </a:p>
                    <a:p>
                      <a:r>
                        <a:rPr lang="en-US" altLang="zh-TW" sz="1400" b="0" dirty="0">
                          <a:latin typeface="Cadara"/>
                        </a:rPr>
                        <a:t>Periods: [108, 112, 117, 115, 123, 122, 118, 105, 102, 119]</a:t>
                      </a:r>
                    </a:p>
                    <a:p>
                      <a:r>
                        <a:rPr lang="en-US" altLang="zh-TW" sz="1400" b="0" dirty="0">
                          <a:latin typeface="Cadara"/>
                        </a:rPr>
                        <a:t>Amps: [183, 189, 187, 196, 180, 176, 185, 175, 180, 176, 182]</a:t>
                      </a:r>
                    </a:p>
                    <a:p>
                      <a:r>
                        <a:rPr lang="en-US" altLang="zh-TW" sz="1400" b="0" dirty="0">
                          <a:latin typeface="Cadara"/>
                        </a:rPr>
                        <a:t>-- Score 1 --</a:t>
                      </a:r>
                    </a:p>
                    <a:p>
                      <a:r>
                        <a:rPr lang="en-US" altLang="zh-TW" sz="1400" b="0" dirty="0">
                          <a:latin typeface="Cadara"/>
                        </a:rPr>
                        <a:t>Taps: 11</a:t>
                      </a:r>
                    </a:p>
                    <a:p>
                      <a:r>
                        <a:rPr lang="en-US" altLang="zh-TW" sz="1400" b="0" dirty="0">
                          <a:latin typeface="Cadara"/>
                        </a:rPr>
                        <a:t>Periods: [70, 69, 75, 68, 66, 75, 70, 75, 81, 83]</a:t>
                      </a:r>
                    </a:p>
                    <a:p>
                      <a:r>
                        <a:rPr lang="en-US" altLang="zh-TW" sz="1400" b="0" dirty="0">
                          <a:latin typeface="Cadara"/>
                        </a:rPr>
                        <a:t>Amps: [207, 187, 171, 173, 170, 165, 177, 183, 168, 177, 175]</a:t>
                      </a:r>
                    </a:p>
                    <a:p>
                      <a:r>
                        <a:rPr lang="en-US" altLang="zh-TW" sz="1400" b="0" dirty="0">
                          <a:latin typeface="Cadara"/>
                        </a:rPr>
                        <a:t>-- Score 2 --</a:t>
                      </a:r>
                    </a:p>
                    <a:p>
                      <a:r>
                        <a:rPr lang="en-US" altLang="zh-TW" sz="1400" b="0" dirty="0">
                          <a:latin typeface="Cadara"/>
                        </a:rPr>
                        <a:t>Taps: 12</a:t>
                      </a:r>
                    </a:p>
                    <a:p>
                      <a:r>
                        <a:rPr lang="en-US" altLang="zh-TW" sz="1400" b="0" dirty="0">
                          <a:latin typeface="Cadara"/>
                        </a:rPr>
                        <a:t>Periods: [96, 106, 87, 104, 51, 73, 152, 72, 104, 141, 104]</a:t>
                      </a:r>
                    </a:p>
                    <a:p>
                      <a:r>
                        <a:rPr lang="en-US" altLang="zh-TW" sz="1400" b="0" dirty="0">
                          <a:latin typeface="Cadara"/>
                        </a:rPr>
                        <a:t>Amps: [188, 180, 194, 180, 177, 185, 156, 157, 146, 133, 147, 136]</a:t>
                      </a:r>
                    </a:p>
                    <a:p>
                      <a:r>
                        <a:rPr lang="en-US" altLang="zh-TW" sz="1400" b="0" dirty="0">
                          <a:latin typeface="Cadara"/>
                        </a:rPr>
                        <a:t>-- Score 3 --</a:t>
                      </a:r>
                    </a:p>
                    <a:p>
                      <a:r>
                        <a:rPr lang="en-US" altLang="zh-TW" sz="1400" b="0" dirty="0">
                          <a:latin typeface="Cadara"/>
                        </a:rPr>
                        <a:t>Taps: 11</a:t>
                      </a:r>
                    </a:p>
                    <a:p>
                      <a:r>
                        <a:rPr lang="en-US" altLang="zh-TW" sz="1400" b="0" dirty="0">
                          <a:latin typeface="Cadara"/>
                        </a:rPr>
                        <a:t>Periods: [219, 153, 156, 122, 119, 143, 130, 110, 120, 126]</a:t>
                      </a:r>
                    </a:p>
                    <a:p>
                      <a:r>
                        <a:rPr lang="en-US" altLang="zh-TW" sz="1400" b="0" dirty="0">
                          <a:latin typeface="Cadara"/>
                        </a:rPr>
                        <a:t>Amps: [121, 128, 125, 108, 94, 89, 100, 90, 92, 91, 111]</a:t>
                      </a:r>
                      <a:endParaRPr lang="zh-TW" altLang="en-US" sz="1400" b="0" dirty="0">
                        <a:latin typeface="Cadar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327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TW" sz="1400" b="0" dirty="0">
                          <a:latin typeface="Cadara"/>
                        </a:rPr>
                        <a:t>The provided TXT file contains features from four reference data, each</a:t>
                      </a:r>
                    </a:p>
                    <a:p>
                      <a:r>
                        <a:rPr lang="en-US" altLang="zh-TW" sz="1400" b="0" dirty="0">
                          <a:latin typeface="Cadara"/>
                        </a:rPr>
                        <a:t>representing a different score level (0 to 3) for MDS-UPDRS item 3.4:</a:t>
                      </a:r>
                    </a:p>
                    <a:p>
                      <a:r>
                        <a:rPr lang="en-US" altLang="zh-TW" sz="1400" b="0" dirty="0">
                          <a:latin typeface="Cadara"/>
                        </a:rPr>
                        <a:t>FINGER TAPPING. These reference data, scored by medical profession</a:t>
                      </a:r>
                    </a:p>
                    <a:p>
                      <a:r>
                        <a:rPr lang="en-US" altLang="zh-TW" sz="1400" b="0" dirty="0" err="1">
                          <a:latin typeface="Cadara"/>
                        </a:rPr>
                        <a:t>als</a:t>
                      </a:r>
                      <a:r>
                        <a:rPr lang="en-US" altLang="zh-TW" sz="1400" b="0" dirty="0">
                          <a:latin typeface="Cadara"/>
                        </a:rPr>
                        <a:t> as accurate representations. They are crucial for identifying the char</a:t>
                      </a:r>
                    </a:p>
                    <a:p>
                      <a:r>
                        <a:rPr lang="en-US" altLang="zh-TW" sz="1400" b="0" dirty="0" err="1">
                          <a:latin typeface="Cadara"/>
                        </a:rPr>
                        <a:t>acteristics</a:t>
                      </a:r>
                      <a:r>
                        <a:rPr lang="en-US" altLang="zh-TW" sz="1400" b="0" dirty="0">
                          <a:latin typeface="Cadara"/>
                        </a:rPr>
                        <a:t> associated with each scoring level.</a:t>
                      </a:r>
                      <a:endParaRPr lang="zh-TW" altLang="en-US" sz="1400" b="0" dirty="0">
                        <a:latin typeface="Cadar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0422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73995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20A5F-99D8-DB32-6B3C-C504B3036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EDA043-3598-5C64-7FCF-2AE51939D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Few-shot prompting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2B6E2DA-BC77-7FA2-F195-10A2B73FC4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A5F04420-9FF8-DFCE-23C4-78A674F6C4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304555"/>
              </p:ext>
            </p:extLst>
          </p:nvPr>
        </p:nvGraphicFramePr>
        <p:xfrm>
          <a:off x="2032000" y="719666"/>
          <a:ext cx="8128000" cy="505968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7680280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2000" b="0" dirty="0">
                          <a:latin typeface="Cadara"/>
                        </a:rPr>
                        <a:t>Determine the score for the target data file based on this correlation</a:t>
                      </a:r>
                    </a:p>
                    <a:p>
                      <a:r>
                        <a:rPr lang="en-US" altLang="zh-TW" sz="2000" b="0" dirty="0">
                          <a:latin typeface="Cadara"/>
                        </a:rPr>
                        <a:t>and alignment. Provide a detailed motivation for the assigned score,</a:t>
                      </a:r>
                    </a:p>
                    <a:p>
                      <a:r>
                        <a:rPr lang="en-US" altLang="zh-TW" sz="2000" b="0" dirty="0">
                          <a:latin typeface="Cadara"/>
                        </a:rPr>
                        <a:t>and print the score using only one number on the last line of your answer,</a:t>
                      </a:r>
                    </a:p>
                    <a:p>
                      <a:r>
                        <a:rPr lang="en-US" altLang="zh-TW" sz="2000" b="0" dirty="0">
                          <a:latin typeface="Cadara"/>
                        </a:rPr>
                        <a:t>after the detailed motivation.</a:t>
                      </a:r>
                      <a:endParaRPr lang="zh-TW" altLang="en-US" sz="2000" b="0" dirty="0">
                        <a:latin typeface="Cadar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327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TW" sz="2000" b="0" dirty="0">
                          <a:latin typeface="Cadara"/>
                        </a:rPr>
                        <a:t>### 3. INSTRUCTIONS</a:t>
                      </a:r>
                    </a:p>
                    <a:p>
                      <a:r>
                        <a:rPr lang="en-US" altLang="zh-TW" sz="2000" b="0" dirty="0">
                          <a:latin typeface="Cadara"/>
                        </a:rPr>
                        <a:t>1. Analyze the "Target Data" provided below.</a:t>
                      </a:r>
                    </a:p>
                    <a:p>
                      <a:r>
                        <a:rPr lang="en-US" altLang="zh-TW" sz="2000" b="0" dirty="0">
                          <a:latin typeface="Cadara"/>
                        </a:rPr>
                        <a:t>2. Compare its features (periods variance, amplitude trend) against the Reference Examples above.</a:t>
                      </a:r>
                    </a:p>
                    <a:p>
                      <a:r>
                        <a:rPr lang="en-US" altLang="zh-TW" sz="2000" b="0" dirty="0">
                          <a:latin typeface="Cadara"/>
                        </a:rPr>
                        <a:t>3. Specifically look for:</a:t>
                      </a:r>
                    </a:p>
                    <a:p>
                      <a:r>
                        <a:rPr lang="en-US" altLang="zh-TW" sz="2000" b="0" dirty="0">
                          <a:latin typeface="Cadara"/>
                        </a:rPr>
                        <a:t>   - Interruptions (sudden increases in tap periods).</a:t>
                      </a:r>
                    </a:p>
                    <a:p>
                      <a:r>
                        <a:rPr lang="en-US" altLang="zh-TW" sz="2000" b="0" dirty="0">
                          <a:latin typeface="Cadara"/>
                        </a:rPr>
                        <a:t>   - Slowing (gradual increase in periods).</a:t>
                      </a:r>
                    </a:p>
                    <a:p>
                      <a:r>
                        <a:rPr lang="en-US" altLang="zh-TW" sz="2000" b="0" dirty="0">
                          <a:latin typeface="Cadara"/>
                        </a:rPr>
                        <a:t>   - Amplitude decrement (decreasing pixel values over time).</a:t>
                      </a:r>
                    </a:p>
                    <a:p>
                      <a:r>
                        <a:rPr lang="en-US" altLang="zh-TW" sz="2000" b="0" dirty="0">
                          <a:latin typeface="Cadara"/>
                        </a:rPr>
                        <a:t>4. Determine the score for the target data file based on this correlation</a:t>
                      </a:r>
                    </a:p>
                    <a:p>
                      <a:r>
                        <a:rPr lang="en-US" altLang="zh-TW" sz="2000" b="0" dirty="0">
                          <a:latin typeface="Cadara"/>
                        </a:rPr>
                        <a:t>and alignment. Provide a detailed motivation for the assigned score,</a:t>
                      </a:r>
                    </a:p>
                    <a:p>
                      <a:r>
                        <a:rPr lang="en-US" altLang="zh-TW" sz="2000" b="0" dirty="0">
                          <a:latin typeface="Cadara"/>
                        </a:rPr>
                        <a:t>and print the score using only one number on the last line of your answer,</a:t>
                      </a:r>
                    </a:p>
                    <a:p>
                      <a:r>
                        <a:rPr lang="en-US" altLang="zh-TW" sz="2000" b="0" dirty="0">
                          <a:latin typeface="Cadara"/>
                        </a:rPr>
                        <a:t>after the detailed motivation.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0422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47071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31349-4B12-9A56-5D3B-23DDD85CA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4E7FD6-2930-8E2E-96F3-91052B1B5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0410" y="3046359"/>
            <a:ext cx="10330352" cy="765282"/>
          </a:xfrm>
        </p:spPr>
        <p:txBody>
          <a:bodyPr>
            <a:noAutofit/>
          </a:bodyPr>
          <a:lstStyle/>
          <a:p>
            <a:pPr marL="50800" algn="ctr"/>
            <a:r>
              <a:rPr lang="en-US" altLang="zh-TW" sz="8000" dirty="0"/>
              <a:t>Results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80D0B9F-6ED9-30A2-1D73-FDF2D42814D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898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61F42B-F60D-F816-61BB-8E2589AC3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Non-shot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9823AD43-26E9-0660-9622-804C44F8275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  <p:pic>
        <p:nvPicPr>
          <p:cNvPr id="5" name="圖片 4" descr="一張含有 文字, 螢幕擷取畫面, 數字 的圖片&#10;&#10;AI 產生的內容可能不正確。">
            <a:extLst>
              <a:ext uri="{FF2B5EF4-FFF2-40B4-BE49-F238E27FC236}">
                <a16:creationId xmlns:a16="http://schemas.microsoft.com/office/drawing/2014/main" id="{AFF0EA85-285B-6445-7BD6-882F4C863F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518" y="951766"/>
            <a:ext cx="4835470" cy="4029558"/>
          </a:xfrm>
          <a:prstGeom prst="rect">
            <a:avLst/>
          </a:prstGeom>
        </p:spPr>
      </p:pic>
      <p:pic>
        <p:nvPicPr>
          <p:cNvPr id="7" name="圖片 6" descr="一張含有 文字, 螢幕擷取畫面, 數字 的圖片&#10;&#10;AI 產生的內容可能不正確。">
            <a:extLst>
              <a:ext uri="{FF2B5EF4-FFF2-40B4-BE49-F238E27FC236}">
                <a16:creationId xmlns:a16="http://schemas.microsoft.com/office/drawing/2014/main" id="{178749E1-770A-E070-0D2F-9B4B02D7EE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1772" y="951766"/>
            <a:ext cx="4835470" cy="4029558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31F4B95A-40A4-1231-4D15-66DEF97E6FB0}"/>
              </a:ext>
            </a:extLst>
          </p:cNvPr>
          <p:cNvSpPr txBox="1"/>
          <p:nvPr/>
        </p:nvSpPr>
        <p:spPr>
          <a:xfrm>
            <a:off x="2007475" y="5065810"/>
            <a:ext cx="741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dirty="0">
                <a:latin typeface="Candara" panose="020E0502030303020204" pitchFamily="34" charset="0"/>
              </a:rPr>
              <a:t>Here, α and β represent indices for the evaluations, where αranges from1 to 9 and β from 2 to 10, with the condition that α &lt; β</a:t>
            </a:r>
            <a:endParaRPr lang="zh-TW" altLang="en-US" sz="2000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50613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70CDB64-DA19-CF6B-C197-4588F6F9C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93F83-07A6-4C4D-A221-6E6FE6BE7D48}" type="slidenum">
              <a:rPr lang="zh-TW" altLang="en-US" smtClean="0"/>
              <a:t>19</a:t>
            </a:fld>
            <a:endParaRPr lang="zh-TW" altLang="en-US"/>
          </a:p>
        </p:txBody>
      </p:sp>
      <p:pic>
        <p:nvPicPr>
          <p:cNvPr id="21" name="圖片 20" descr="一張含有 文字, 螢幕擷取畫面, 數字 的圖片&#10;&#10;AI 產生的內容可能不正確。">
            <a:extLst>
              <a:ext uri="{FF2B5EF4-FFF2-40B4-BE49-F238E27FC236}">
                <a16:creationId xmlns:a16="http://schemas.microsoft.com/office/drawing/2014/main" id="{32A8A8D0-E203-9CE7-2157-A03C4B149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707" y="1868814"/>
            <a:ext cx="3925024" cy="3270853"/>
          </a:xfrm>
          <a:prstGeom prst="rect">
            <a:avLst/>
          </a:prstGeom>
        </p:spPr>
      </p:pic>
      <p:pic>
        <p:nvPicPr>
          <p:cNvPr id="27" name="圖片 26" descr="一張含有 文字, 螢幕擷取畫面, 數字 的圖片&#10;&#10;AI 產生的內容可能不正確。">
            <a:extLst>
              <a:ext uri="{FF2B5EF4-FFF2-40B4-BE49-F238E27FC236}">
                <a16:creationId xmlns:a16="http://schemas.microsoft.com/office/drawing/2014/main" id="{F88C334D-8BE0-3EBB-F04E-94ED0542B8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3800" y="56290"/>
            <a:ext cx="4194877" cy="3495731"/>
          </a:xfrm>
          <a:prstGeom prst="rect">
            <a:avLst/>
          </a:prstGeom>
        </p:spPr>
      </p:pic>
      <p:pic>
        <p:nvPicPr>
          <p:cNvPr id="29" name="圖片 28" descr="一張含有 文字, 螢幕擷取畫面, 數字 的圖片&#10;&#10;AI 產生的內容可能不正確。">
            <a:extLst>
              <a:ext uri="{FF2B5EF4-FFF2-40B4-BE49-F238E27FC236}">
                <a16:creationId xmlns:a16="http://schemas.microsoft.com/office/drawing/2014/main" id="{62FE134D-BCD3-C433-28C9-586B25C9E5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352" y="175936"/>
            <a:ext cx="4194875" cy="3495730"/>
          </a:xfrm>
          <a:prstGeom prst="rect">
            <a:avLst/>
          </a:prstGeom>
        </p:spPr>
      </p:pic>
      <p:pic>
        <p:nvPicPr>
          <p:cNvPr id="23" name="圖片 22" descr="一張含有 文字, 螢幕擷取畫面, 數字 的圖片&#10;&#10;AI 產生的內容可能不正確。">
            <a:extLst>
              <a:ext uri="{FF2B5EF4-FFF2-40B4-BE49-F238E27FC236}">
                <a16:creationId xmlns:a16="http://schemas.microsoft.com/office/drawing/2014/main" id="{F636D34F-A688-3714-1D5E-C9401F8A6A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8780" y="3306826"/>
            <a:ext cx="4374439" cy="3645365"/>
          </a:xfrm>
          <a:prstGeom prst="rect">
            <a:avLst/>
          </a:prstGeom>
        </p:spPr>
      </p:pic>
      <p:pic>
        <p:nvPicPr>
          <p:cNvPr id="25" name="圖片 24" descr="一張含有 文字, 螢幕擷取畫面, 數字 的圖片&#10;&#10;AI 產生的內容可能不正確。">
            <a:extLst>
              <a:ext uri="{FF2B5EF4-FFF2-40B4-BE49-F238E27FC236}">
                <a16:creationId xmlns:a16="http://schemas.microsoft.com/office/drawing/2014/main" id="{04424F0B-8324-0754-FA04-B0C864D224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777" y="3391801"/>
            <a:ext cx="4194876" cy="3495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3070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 descr="一張含有 文字, 圖表, 行, 繪圖 的圖片&#10;&#10;AI 產生的內容可能不正確。">
            <a:extLst>
              <a:ext uri="{FF2B5EF4-FFF2-40B4-BE49-F238E27FC236}">
                <a16:creationId xmlns:a16="http://schemas.microsoft.com/office/drawing/2014/main" id="{BE436B92-0BDD-2A47-21F8-CFB54B714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445" y="883404"/>
            <a:ext cx="10779006" cy="2785302"/>
          </a:xfrm>
          <a:prstGeom prst="rect">
            <a:avLst/>
          </a:prstGeom>
        </p:spPr>
      </p:pic>
      <p:pic>
        <p:nvPicPr>
          <p:cNvPr id="10" name="圖片 9" descr="一張含有 行, 圖表, 繪圖, 螢幕擷取畫面 的圖片&#10;&#10;AI 產生的內容可能不正確。">
            <a:extLst>
              <a:ext uri="{FF2B5EF4-FFF2-40B4-BE49-F238E27FC236}">
                <a16:creationId xmlns:a16="http://schemas.microsoft.com/office/drawing/2014/main" id="{ABA6B8BA-094A-0B82-FE43-D9900772BC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446" y="3668706"/>
            <a:ext cx="10779005" cy="2785301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60FA3528-D305-3D76-09D3-9DEC5652A0B1}"/>
              </a:ext>
            </a:extLst>
          </p:cNvPr>
          <p:cNvSpPr txBox="1"/>
          <p:nvPr/>
        </p:nvSpPr>
        <p:spPr>
          <a:xfrm>
            <a:off x="798787" y="36756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TW" sz="3200" b="0" i="0" u="none" strike="noStrike" kern="0" cap="none" spc="0" normalizeH="0" baseline="0" noProof="0" dirty="0">
                <a:ln>
                  <a:noFill/>
                </a:ln>
                <a:solidFill>
                  <a:srgbClr val="0F5B77"/>
                </a:solidFill>
                <a:effectLst/>
                <a:uLnTx/>
                <a:uFillTx/>
                <a:latin typeface="Candara"/>
                <a:sym typeface="Candara"/>
              </a:rPr>
              <a:t>Non-shot prompting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344520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F8B6831-F4C1-9427-5F2F-74C846B7A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93F83-07A6-4C4D-A221-6E6FE6BE7D48}" type="slidenum">
              <a:rPr lang="zh-TW" altLang="en-US" smtClean="0"/>
              <a:t>21</a:t>
            </a:fld>
            <a:endParaRPr lang="zh-TW" altLang="en-US"/>
          </a:p>
        </p:txBody>
      </p:sp>
      <p:pic>
        <p:nvPicPr>
          <p:cNvPr id="4" name="圖片 3" descr="一張含有 文字, 圖表, 行, 繪圖 的圖片&#10;&#10;AI 產生的內容可能不正確。">
            <a:extLst>
              <a:ext uri="{FF2B5EF4-FFF2-40B4-BE49-F238E27FC236}">
                <a16:creationId xmlns:a16="http://schemas.microsoft.com/office/drawing/2014/main" id="{F06A18B6-DFF1-B52E-AF2A-12B30EE3A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636" y="366973"/>
            <a:ext cx="11108727" cy="2870502"/>
          </a:xfrm>
          <a:prstGeom prst="rect">
            <a:avLst/>
          </a:prstGeom>
        </p:spPr>
      </p:pic>
      <p:pic>
        <p:nvPicPr>
          <p:cNvPr id="6" name="圖片 5" descr="一張含有 螢幕擷取畫面, 圖表, 繪圖, 行 的圖片&#10;&#10;AI 產生的內容可能不正確。">
            <a:extLst>
              <a:ext uri="{FF2B5EF4-FFF2-40B4-BE49-F238E27FC236}">
                <a16:creationId xmlns:a16="http://schemas.microsoft.com/office/drawing/2014/main" id="{942AC92F-5C7E-7FE1-6562-84D353233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764" y="3429000"/>
            <a:ext cx="11110599" cy="2870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0541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12EEA-2A04-BE79-F2A5-32737E03E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29BAED9-27D1-B87A-4FA6-EEA68A668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93F83-07A6-4C4D-A221-6E6FE6BE7D48}" type="slidenum">
              <a:rPr lang="zh-TW" altLang="en-US" smtClean="0"/>
              <a:t>22</a:t>
            </a:fld>
            <a:endParaRPr lang="zh-TW" altLang="en-US"/>
          </a:p>
        </p:txBody>
      </p:sp>
      <p:pic>
        <p:nvPicPr>
          <p:cNvPr id="3" name="圖片 2" descr="一張含有 圖表, 行, 繪圖, 文字 的圖片&#10;&#10;AI 產生的內容可能不正確。">
            <a:extLst>
              <a:ext uri="{FF2B5EF4-FFF2-40B4-BE49-F238E27FC236}">
                <a16:creationId xmlns:a16="http://schemas.microsoft.com/office/drawing/2014/main" id="{CEA7F10C-0E8E-4A75-2358-672EFA2CE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637" y="366973"/>
            <a:ext cx="11110598" cy="2870985"/>
          </a:xfrm>
          <a:prstGeom prst="rect">
            <a:avLst/>
          </a:prstGeom>
        </p:spPr>
      </p:pic>
      <p:pic>
        <p:nvPicPr>
          <p:cNvPr id="15" name="圖片 14" descr="一張含有 圖表, 行, 螢幕擷取畫面, 繪圖 的圖片&#10;&#10;AI 產生的內容可能不正確。">
            <a:extLst>
              <a:ext uri="{FF2B5EF4-FFF2-40B4-BE49-F238E27FC236}">
                <a16:creationId xmlns:a16="http://schemas.microsoft.com/office/drawing/2014/main" id="{1315C24B-4A7D-5141-8BE6-2CCB3D50B9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637" y="3429000"/>
            <a:ext cx="11110598" cy="2870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1343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E50B4C0-8EDB-01D2-E1B5-73DEB6748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Few-shot </a:t>
            </a:r>
            <a:r>
              <a:rPr lang="en-US" altLang="zh-TW" dirty="0">
                <a:solidFill>
                  <a:srgbClr val="0F5B77"/>
                </a:solidFill>
              </a:rPr>
              <a:t>prompting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2F63C84-44E1-BDB2-658A-E71F8AA7026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23</a:t>
            </a:fld>
            <a:endParaRPr lang="en-US"/>
          </a:p>
        </p:txBody>
      </p:sp>
      <p:pic>
        <p:nvPicPr>
          <p:cNvPr id="5" name="圖片 4" descr="一張含有 文字, 螢幕擷取畫面, 數字 的圖片&#10;&#10;AI 產生的內容可能不正確。">
            <a:extLst>
              <a:ext uri="{FF2B5EF4-FFF2-40B4-BE49-F238E27FC236}">
                <a16:creationId xmlns:a16="http://schemas.microsoft.com/office/drawing/2014/main" id="{04DA819C-A502-D03C-4143-148C521FE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211" y="1332421"/>
            <a:ext cx="5031789" cy="4193157"/>
          </a:xfrm>
          <a:prstGeom prst="rect">
            <a:avLst/>
          </a:prstGeom>
        </p:spPr>
      </p:pic>
      <p:pic>
        <p:nvPicPr>
          <p:cNvPr id="7" name="圖片 6" descr="一張含有 文字, 螢幕擷取畫面, 數字 的圖片&#10;&#10;AI 產生的內容可能不正確。">
            <a:extLst>
              <a:ext uri="{FF2B5EF4-FFF2-40B4-BE49-F238E27FC236}">
                <a16:creationId xmlns:a16="http://schemas.microsoft.com/office/drawing/2014/main" id="{77278E1C-8543-8F69-B6F8-19BAC34E31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32421"/>
            <a:ext cx="5031789" cy="4193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7490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40280F-0D11-C94B-58A8-51BDF0552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Few-shot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BA15221-7C55-BAC3-93B0-BA7C8469E4F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24</a:t>
            </a:fld>
            <a:endParaRPr lang="en-US"/>
          </a:p>
        </p:txBody>
      </p:sp>
      <p:pic>
        <p:nvPicPr>
          <p:cNvPr id="5" name="圖片 4" descr="一張含有 文字, 螢幕擷取畫面, 數字 的圖片&#10;&#10;AI 產生的內容可能不正確。">
            <a:extLst>
              <a:ext uri="{FF2B5EF4-FFF2-40B4-BE49-F238E27FC236}">
                <a16:creationId xmlns:a16="http://schemas.microsoft.com/office/drawing/2014/main" id="{6F4173AD-4298-5C17-68B5-EBF5BF410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351" y="1261172"/>
            <a:ext cx="5202786" cy="4335655"/>
          </a:xfrm>
          <a:prstGeom prst="rect">
            <a:avLst/>
          </a:prstGeom>
        </p:spPr>
      </p:pic>
      <p:pic>
        <p:nvPicPr>
          <p:cNvPr id="7" name="圖片 6" descr="一張含有 文字, 螢幕擷取畫面, 數字 的圖片&#10;&#10;AI 產生的內容可能不正確。">
            <a:extLst>
              <a:ext uri="{FF2B5EF4-FFF2-40B4-BE49-F238E27FC236}">
                <a16:creationId xmlns:a16="http://schemas.microsoft.com/office/drawing/2014/main" id="{EB072F98-E693-3F3C-5739-FF8E1E00A7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5137" y="1261171"/>
            <a:ext cx="5202787" cy="4335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3836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980F2-561E-60CB-5D9A-D9D462153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3A6F57D3-995A-73CA-E80E-A8974E5E3BAD}"/>
              </a:ext>
            </a:extLst>
          </p:cNvPr>
          <p:cNvSpPr txBox="1"/>
          <p:nvPr/>
        </p:nvSpPr>
        <p:spPr>
          <a:xfrm>
            <a:off x="798787" y="36756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dirty="0">
                <a:solidFill>
                  <a:srgbClr val="0F5B77"/>
                </a:solidFill>
                <a:latin typeface="Candara"/>
                <a:sym typeface="Candara"/>
              </a:rPr>
              <a:t>Few</a:t>
            </a:r>
            <a:r>
              <a:rPr kumimoji="0" lang="en-US" altLang="zh-TW" sz="3200" b="0" i="0" u="none" strike="noStrike" kern="0" cap="none" spc="0" normalizeH="0" baseline="0" noProof="0" dirty="0">
                <a:ln>
                  <a:noFill/>
                </a:ln>
                <a:solidFill>
                  <a:srgbClr val="0F5B77"/>
                </a:solidFill>
                <a:effectLst/>
                <a:uLnTx/>
                <a:uFillTx/>
                <a:latin typeface="Candara"/>
                <a:sym typeface="Candara"/>
              </a:rPr>
              <a:t>-shot prompting</a:t>
            </a:r>
            <a:endParaRPr lang="zh-TW" altLang="en-US" dirty="0"/>
          </a:p>
        </p:txBody>
      </p:sp>
      <p:pic>
        <p:nvPicPr>
          <p:cNvPr id="3" name="圖片 2" descr="一張含有 文字, 螢幕擷取畫面, 繪圖, 圖表 的圖片&#10;&#10;AI 產生的內容可能不正確。">
            <a:extLst>
              <a:ext uri="{FF2B5EF4-FFF2-40B4-BE49-F238E27FC236}">
                <a16:creationId xmlns:a16="http://schemas.microsoft.com/office/drawing/2014/main" id="{C4186FF8-D7BC-226A-354F-9D80FB522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444" y="952338"/>
            <a:ext cx="10779004" cy="2785301"/>
          </a:xfrm>
          <a:prstGeom prst="rect">
            <a:avLst/>
          </a:prstGeom>
        </p:spPr>
      </p:pic>
      <p:pic>
        <p:nvPicPr>
          <p:cNvPr id="6" name="圖片 5" descr="一張含有 圖表, 行, 繪圖, 螢幕擷取畫面 的圖片&#10;&#10;AI 產生的內容可能不正確。">
            <a:extLst>
              <a:ext uri="{FF2B5EF4-FFF2-40B4-BE49-F238E27FC236}">
                <a16:creationId xmlns:a16="http://schemas.microsoft.com/office/drawing/2014/main" id="{2854738D-AA9F-8957-4FC9-0DC76EFDF4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444" y="3737639"/>
            <a:ext cx="10779004" cy="2785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3691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D9C0F-FD03-6D4F-E719-77A37F297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DEF09B0-D21A-EBC9-4273-31AABBEA0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93F83-07A6-4C4D-A221-6E6FE6BE7D48}" type="slidenum">
              <a:rPr lang="zh-TW" altLang="en-US" smtClean="0"/>
              <a:t>26</a:t>
            </a:fld>
            <a:endParaRPr lang="zh-TW" altLang="en-US"/>
          </a:p>
        </p:txBody>
      </p:sp>
      <p:pic>
        <p:nvPicPr>
          <p:cNvPr id="5" name="圖片 4" descr="一張含有 文字, 圖表, 行, 繪圖 的圖片&#10;&#10;AI 產生的內容可能不正確。">
            <a:extLst>
              <a:ext uri="{FF2B5EF4-FFF2-40B4-BE49-F238E27FC236}">
                <a16:creationId xmlns:a16="http://schemas.microsoft.com/office/drawing/2014/main" id="{802FB5B3-AC0E-F0C1-4FA8-1844F74B9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636" y="366973"/>
            <a:ext cx="11108728" cy="2870502"/>
          </a:xfrm>
          <a:prstGeom prst="rect">
            <a:avLst/>
          </a:prstGeom>
        </p:spPr>
      </p:pic>
      <p:pic>
        <p:nvPicPr>
          <p:cNvPr id="8" name="圖片 7" descr="一張含有 螢幕擷取畫面, 文字, 圖表, 繪圖 的圖片&#10;&#10;AI 產生的內容可能不正確。">
            <a:extLst>
              <a:ext uri="{FF2B5EF4-FFF2-40B4-BE49-F238E27FC236}">
                <a16:creationId xmlns:a16="http://schemas.microsoft.com/office/drawing/2014/main" id="{5BDF57A8-C745-AA74-4ECA-977338A0EB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636" y="3289041"/>
            <a:ext cx="11108728" cy="2870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3534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B166F-DD8A-7BE2-DC08-EEA3E8E1F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8E3944-6882-F048-6920-BE0EB04A2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0410" y="3046359"/>
            <a:ext cx="10330352" cy="765282"/>
          </a:xfrm>
        </p:spPr>
        <p:txBody>
          <a:bodyPr>
            <a:noAutofit/>
          </a:bodyPr>
          <a:lstStyle/>
          <a:p>
            <a:pPr marL="50800" algn="ctr"/>
            <a:r>
              <a:rPr lang="en-US" altLang="zh-TW" sz="8000" dirty="0"/>
              <a:t>Conclusion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BA880C8-41B0-E122-A80E-FDB389F27C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4158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4A23E4-43A1-5373-D7D4-8D85CB185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Non-shot prompting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D6B86E6-00A6-50F7-F8CB-8179B49F72A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28</a:t>
            </a:fld>
            <a:endParaRPr lang="en-US"/>
          </a:p>
        </p:txBody>
      </p:sp>
      <p:pic>
        <p:nvPicPr>
          <p:cNvPr id="23" name="圖片 22" descr="一張含有 文字, 字型, 螢幕擷取畫面, 白色 的圖片&#10;&#10;AI 產生的內容可能不正確。">
            <a:extLst>
              <a:ext uri="{FF2B5EF4-FFF2-40B4-BE49-F238E27FC236}">
                <a16:creationId xmlns:a16="http://schemas.microsoft.com/office/drawing/2014/main" id="{9E50C25B-FB7C-9520-CD4D-84A0C48654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833"/>
          <a:stretch>
            <a:fillRect/>
          </a:stretch>
        </p:blipFill>
        <p:spPr>
          <a:xfrm>
            <a:off x="1291372" y="2937744"/>
            <a:ext cx="10141070" cy="1909229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0B31D19B-0F74-F557-2F2E-9C7A1EDB515B}"/>
              </a:ext>
            </a:extLst>
          </p:cNvPr>
          <p:cNvSpPr txBox="1"/>
          <p:nvPr/>
        </p:nvSpPr>
        <p:spPr>
          <a:xfrm>
            <a:off x="1656000" y="612000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400"/>
            <a:r>
              <a:rPr lang="en-US" altLang="zh-TW" sz="1800" dirty="0" err="1">
                <a:latin typeface="Candara" panose="020E0502030303020204" pitchFamily="34" charset="0"/>
              </a:rPr>
              <a:t>AAcc</a:t>
            </a:r>
            <a:r>
              <a:rPr lang="en-US" altLang="zh-TW" sz="1800" dirty="0">
                <a:latin typeface="Candara" panose="020E0502030303020204" pitchFamily="34" charset="0"/>
              </a:rPr>
              <a:t> (Acceptable Accuracy)</a:t>
            </a:r>
          </a:p>
          <a:p>
            <a:pPr marL="311150" indent="-285750">
              <a:buFont typeface="Arial" panose="020B0604020202020204" pitchFamily="34" charset="0"/>
              <a:buChar char="•"/>
            </a:pPr>
            <a:r>
              <a:rPr lang="en-US" altLang="zh-TW" sz="1800" dirty="0">
                <a:latin typeface="Candara" panose="020E0502030303020204" pitchFamily="34" charset="0"/>
              </a:rPr>
              <a:t>Definition: Prediction error ≦ 1 point counts as correct .</a:t>
            </a:r>
          </a:p>
          <a:p>
            <a:pPr marL="25400"/>
            <a:r>
              <a:rPr lang="en-US" altLang="zh-TW" sz="1800" dirty="0">
                <a:latin typeface="Candara" panose="020E0502030303020204" pitchFamily="34" charset="0"/>
              </a:rPr>
              <a:t>WD (Wasserstein Distance)</a:t>
            </a:r>
          </a:p>
          <a:p>
            <a:pPr marL="311150" indent="-285750">
              <a:buFont typeface="Arial" panose="020B0604020202020204" pitchFamily="34" charset="0"/>
              <a:buChar char="•"/>
            </a:pPr>
            <a:r>
              <a:rPr lang="en-US" altLang="zh-TW" sz="1800" dirty="0">
                <a:latin typeface="Candara" panose="020E0502030303020204" pitchFamily="34" charset="0"/>
              </a:rPr>
              <a:t>Definition</a:t>
            </a:r>
            <a:r>
              <a:rPr lang="en-US" altLang="zh-TW" sz="1800" b="1" dirty="0">
                <a:latin typeface="Candara" panose="020E0502030303020204" pitchFamily="34" charset="0"/>
              </a:rPr>
              <a:t>:</a:t>
            </a:r>
            <a:r>
              <a:rPr lang="en-US" altLang="zh-TW" sz="1800" dirty="0">
                <a:latin typeface="Candara" panose="020E0502030303020204" pitchFamily="34" charset="0"/>
              </a:rPr>
              <a:t> Minimum cost to transform the predicted distribution into the ground truth distribution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800" dirty="0">
                <a:latin typeface="Candara" panose="020E0502030303020204" pitchFamily="34" charset="0"/>
              </a:rPr>
              <a:t>Significance</a:t>
            </a:r>
            <a:r>
              <a:rPr lang="en-US" altLang="zh-TW" sz="1800" b="1" dirty="0">
                <a:latin typeface="Candara" panose="020E0502030303020204" pitchFamily="34" charset="0"/>
              </a:rPr>
              <a:t>:</a:t>
            </a:r>
            <a:r>
              <a:rPr lang="en-US" altLang="zh-TW" sz="1800" dirty="0">
                <a:latin typeface="Candara" panose="020E0502030303020204" pitchFamily="34" charset="0"/>
              </a:rPr>
              <a:t> Ideal for ordinal data; penalizes larger errors more heavily (Lower is better).</a:t>
            </a:r>
            <a:endParaRPr lang="zh-TW" altLang="en-US" sz="1800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38470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9D2C3-D381-65A3-AC1A-30EFD5FEE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DCB7D6-FD0D-C274-287B-858A857CF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Few-shot prompting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8BE4A27-F3DF-C255-DCA0-94ED65CFACB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29</a:t>
            </a:fld>
            <a:endParaRPr lang="en-US"/>
          </a:p>
        </p:txBody>
      </p:sp>
      <p:pic>
        <p:nvPicPr>
          <p:cNvPr id="5" name="圖片 4" descr="一張含有 文字, 字型, 螢幕擷取畫面, 白色 的圖片&#10;&#10;AI 產生的內容可能不正確。">
            <a:extLst>
              <a:ext uri="{FF2B5EF4-FFF2-40B4-BE49-F238E27FC236}">
                <a16:creationId xmlns:a16="http://schemas.microsoft.com/office/drawing/2014/main" id="{A71EDCB0-7943-9474-8FFB-C7E23C75C6F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881"/>
          <a:stretch>
            <a:fillRect/>
          </a:stretch>
        </p:blipFill>
        <p:spPr>
          <a:xfrm>
            <a:off x="1041447" y="2685111"/>
            <a:ext cx="10886322" cy="1487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1751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FE08E-AA35-643F-C611-1FF0B5078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6D597A-54ED-6F82-A5F3-671D95918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0410" y="3046359"/>
            <a:ext cx="10330352" cy="765282"/>
          </a:xfrm>
        </p:spPr>
        <p:txBody>
          <a:bodyPr>
            <a:noAutofit/>
          </a:bodyPr>
          <a:lstStyle/>
          <a:p>
            <a:pPr marL="50800" algn="ctr"/>
            <a:r>
              <a:rPr lang="en-US" altLang="zh-TW" sz="8000" dirty="0" err="1"/>
              <a:t>Disscussion</a:t>
            </a:r>
            <a:endParaRPr lang="en-US" altLang="zh-TW" sz="8000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BB2232A-1490-4F76-98A3-2C427148F5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2313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C1EF36-C9DE-DEBE-37AA-FBDAE2122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Top Performing Models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B9490AA-48FA-7DEA-7C46-1E2CEEE5BC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31</a:t>
            </a:fld>
            <a:endParaRPr 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26355BC-81B4-1F8B-F3DA-55E3058B4477}"/>
              </a:ext>
            </a:extLst>
          </p:cNvPr>
          <p:cNvSpPr txBox="1"/>
          <p:nvPr/>
        </p:nvSpPr>
        <p:spPr>
          <a:xfrm>
            <a:off x="1655999" y="612000"/>
            <a:ext cx="7708717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b="1" dirty="0">
                <a:latin typeface="Candara" panose="020E0502030303020204" pitchFamily="34" charset="0"/>
              </a:rPr>
              <a:t>GPT-4 (Few-Shot)</a:t>
            </a:r>
            <a:endParaRPr lang="en-US" altLang="zh-TW" sz="1800" dirty="0">
              <a:latin typeface="Candara" panose="020E0502030303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1800" b="1" dirty="0">
                <a:latin typeface="Candara" panose="020E0502030303020204" pitchFamily="34" charset="0"/>
              </a:rPr>
              <a:t>Highest Accuracy:</a:t>
            </a:r>
            <a:r>
              <a:rPr lang="en-US" altLang="zh-TW" sz="1800" dirty="0">
                <a:latin typeface="Candara" panose="020E0502030303020204" pitchFamily="34" charset="0"/>
              </a:rPr>
              <a:t> Achieved </a:t>
            </a:r>
            <a:r>
              <a:rPr lang="en-US" altLang="zh-TW" sz="1800" b="1" dirty="0">
                <a:latin typeface="Candara" panose="020E0502030303020204" pitchFamily="34" charset="0"/>
              </a:rPr>
              <a:t>72.7%</a:t>
            </a:r>
            <a:r>
              <a:rPr lang="en-US" altLang="zh-TW" sz="1800" dirty="0">
                <a:latin typeface="Candara" panose="020E0502030303020204" pitchFamily="34" charset="0"/>
              </a:rPr>
              <a:t>, significantly outperforming all other models.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1800" b="1" dirty="0">
                <a:latin typeface="Candara" panose="020E0502030303020204" pitchFamily="34" charset="0"/>
              </a:rPr>
              <a:t>Lowest Error:</a:t>
            </a:r>
            <a:r>
              <a:rPr lang="en-US" altLang="zh-TW" sz="1800" dirty="0">
                <a:latin typeface="Candara" panose="020E0502030303020204" pitchFamily="34" charset="0"/>
              </a:rPr>
              <a:t> Recorded the lowest Mean Absolute Error (MAE) of </a:t>
            </a:r>
            <a:r>
              <a:rPr lang="en-US" altLang="zh-TW" sz="1800" b="1" dirty="0">
                <a:latin typeface="Candara" panose="020E0502030303020204" pitchFamily="34" charset="0"/>
              </a:rPr>
              <a:t>0.27</a:t>
            </a:r>
            <a:r>
              <a:rPr lang="en-US" altLang="zh-TW" sz="1800" dirty="0">
                <a:latin typeface="Candara" panose="020E0502030303020204" pitchFamily="34" charset="0"/>
              </a:rPr>
              <a:t>, with all prediction errors falling within 1 point (</a:t>
            </a:r>
            <a:r>
              <a:rPr lang="en-US" altLang="zh-TW" sz="1800" dirty="0" err="1">
                <a:latin typeface="Candara" panose="020E0502030303020204" pitchFamily="34" charset="0"/>
              </a:rPr>
              <a:t>AAcc</a:t>
            </a:r>
            <a:r>
              <a:rPr lang="en-US" altLang="zh-TW" sz="1800" dirty="0">
                <a:latin typeface="Candara" panose="020E0502030303020204" pitchFamily="34" charset="0"/>
              </a:rPr>
              <a:t> 100%).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1800" b="1" dirty="0">
                <a:latin typeface="Candara" panose="020E0502030303020204" pitchFamily="34" charset="0"/>
              </a:rPr>
              <a:t>Best Fit:</a:t>
            </a:r>
            <a:r>
              <a:rPr lang="en-US" altLang="zh-TW" sz="1800" dirty="0">
                <a:latin typeface="Candara" panose="020E0502030303020204" pitchFamily="34" charset="0"/>
              </a:rPr>
              <a:t> The rating distribution aligns highly with human experts (WD 0.27).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TW" sz="1800" dirty="0">
              <a:latin typeface="Candara" panose="020E0502030303020204" pitchFamily="34" charset="0"/>
            </a:endParaRPr>
          </a:p>
          <a:p>
            <a:r>
              <a:rPr lang="en-US" altLang="zh-TW" sz="1800" b="1" dirty="0">
                <a:latin typeface="Candara" panose="020E0502030303020204" pitchFamily="34" charset="0"/>
              </a:rPr>
              <a:t>Gemini 3 Pro (Non-Shot)</a:t>
            </a:r>
            <a:endParaRPr lang="en-US" altLang="zh-TW" sz="1800" dirty="0">
              <a:latin typeface="Candara" panose="020E0502030303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1800" b="1" dirty="0">
                <a:latin typeface="Candara" panose="020E0502030303020204" pitchFamily="34" charset="0"/>
              </a:rPr>
              <a:t>Zero-Shot Champion:</a:t>
            </a:r>
            <a:r>
              <a:rPr lang="en-US" altLang="zh-TW" sz="1800" dirty="0">
                <a:latin typeface="Candara" panose="020E0502030303020204" pitchFamily="34" charset="0"/>
              </a:rPr>
              <a:t> Achieved </a:t>
            </a:r>
            <a:r>
              <a:rPr lang="en-US" altLang="zh-TW" sz="1800" b="1" dirty="0">
                <a:latin typeface="Candara" panose="020E0502030303020204" pitchFamily="34" charset="0"/>
              </a:rPr>
              <a:t>59.1%</a:t>
            </a:r>
            <a:r>
              <a:rPr lang="en-US" altLang="zh-TW" sz="1800" dirty="0">
                <a:latin typeface="Candara" panose="020E0502030303020204" pitchFamily="34" charset="0"/>
              </a:rPr>
              <a:t> accuracy without any examples, outperforming many few-shot models.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1800" b="1" dirty="0">
                <a:latin typeface="Candara" panose="020E0502030303020204" pitchFamily="34" charset="0"/>
              </a:rPr>
              <a:t>Excellent Distribution Alignment:</a:t>
            </a:r>
            <a:r>
              <a:rPr lang="en-US" altLang="zh-TW" sz="1800" dirty="0">
                <a:latin typeface="Candara" panose="020E0502030303020204" pitchFamily="34" charset="0"/>
              </a:rPr>
              <a:t> Recorded the lowest Wasserstein Distance (</a:t>
            </a:r>
            <a:r>
              <a:rPr lang="en-US" altLang="zh-TW" sz="1800" b="1" dirty="0">
                <a:latin typeface="Candara" panose="020E0502030303020204" pitchFamily="34" charset="0"/>
              </a:rPr>
              <a:t>0.14</a:t>
            </a:r>
            <a:r>
              <a:rPr lang="en-US" altLang="zh-TW" sz="1800" dirty="0">
                <a:latin typeface="Candara" panose="020E0502030303020204" pitchFamily="34" charset="0"/>
              </a:rPr>
              <a:t>) across all experiments, demonstrating a precise capture of scoring standards.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TW" sz="1800" dirty="0">
              <a:latin typeface="Candara" panose="020E0502030303020204" pitchFamily="34" charset="0"/>
            </a:endParaRPr>
          </a:p>
          <a:p>
            <a:r>
              <a:rPr lang="en-US" altLang="zh-TW" sz="1800" b="1" dirty="0">
                <a:latin typeface="Candara" panose="020E0502030303020204" pitchFamily="34" charset="0"/>
              </a:rPr>
              <a:t>Mistral 7B (Few-Shot)</a:t>
            </a:r>
            <a:endParaRPr lang="en-US" altLang="zh-TW" sz="1800" dirty="0">
              <a:latin typeface="Candara" panose="020E0502030303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1800" b="1" dirty="0">
                <a:latin typeface="Candara" panose="020E0502030303020204" pitchFamily="34" charset="0"/>
              </a:rPr>
              <a:t>Greatest Learning Potential:</a:t>
            </a:r>
            <a:r>
              <a:rPr lang="en-US" altLang="zh-TW" sz="1800" dirty="0">
                <a:latin typeface="Candara" panose="020E0502030303020204" pitchFamily="34" charset="0"/>
              </a:rPr>
              <a:t> Accuracy jumped significantly from 40.9% to </a:t>
            </a:r>
            <a:r>
              <a:rPr lang="en-US" altLang="zh-TW" sz="1800" b="1" dirty="0">
                <a:latin typeface="Candara" panose="020E0502030303020204" pitchFamily="34" charset="0"/>
              </a:rPr>
              <a:t>63.6%</a:t>
            </a:r>
            <a:r>
              <a:rPr lang="en-US" altLang="zh-TW" sz="1800" dirty="0">
                <a:latin typeface="Candara" panose="020E0502030303020204" pitchFamily="34" charset="0"/>
              </a:rPr>
              <a:t> after introducing examples.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1800" b="1" dirty="0">
                <a:latin typeface="Candara" panose="020E0502030303020204" pitchFamily="34" charset="0"/>
              </a:rPr>
              <a:t>High Efficiency:</a:t>
            </a:r>
            <a:r>
              <a:rPr lang="en-US" altLang="zh-TW" sz="1800" dirty="0">
                <a:latin typeface="Candara" panose="020E0502030303020204" pitchFamily="34" charset="0"/>
              </a:rPr>
              <a:t> Despite having smaller parameters, it showed excellent error control (WD 0.18) after few-shot learning.</a:t>
            </a:r>
          </a:p>
        </p:txBody>
      </p:sp>
    </p:spTree>
    <p:extLst>
      <p:ext uri="{BB962C8B-B14F-4D97-AF65-F5344CB8AC3E}">
        <p14:creationId xmlns:p14="http://schemas.microsoft.com/office/powerpoint/2010/main" val="41967788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0AB254-367C-7B64-C645-4B03E59DD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Notable Trends &amp; Anomalies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02D6B99-8560-3B69-D933-73761202224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32</a:t>
            </a:fld>
            <a:endParaRPr 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3A3030B-A0C2-4A9D-C106-9DEF5A25E990}"/>
              </a:ext>
            </a:extLst>
          </p:cNvPr>
          <p:cNvSpPr txBox="1"/>
          <p:nvPr/>
        </p:nvSpPr>
        <p:spPr>
          <a:xfrm>
            <a:off x="1656000" y="612000"/>
            <a:ext cx="80976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b="1" dirty="0">
                <a:latin typeface="Candara" panose="020E0502030303020204" pitchFamily="34" charset="0"/>
              </a:rPr>
              <a:t>GPT-5 (Anomalous Regression in Few-Shot)</a:t>
            </a:r>
            <a:endParaRPr lang="en-US" altLang="zh-TW" sz="1800" dirty="0">
              <a:latin typeface="Candara" panose="020E0502030303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1800" b="1" dirty="0">
                <a:latin typeface="Candara" panose="020E0502030303020204" pitchFamily="34" charset="0"/>
              </a:rPr>
              <a:t>Performance Degradation:</a:t>
            </a:r>
            <a:r>
              <a:rPr lang="en-US" altLang="zh-TW" sz="1800" dirty="0">
                <a:latin typeface="Candara" panose="020E0502030303020204" pitchFamily="34" charset="0"/>
              </a:rPr>
              <a:t> Accuracy surprisingly dropped from 45.5% to </a:t>
            </a:r>
            <a:r>
              <a:rPr lang="en-US" altLang="zh-TW" sz="1800" b="1" dirty="0">
                <a:latin typeface="Candara" panose="020E0502030303020204" pitchFamily="34" charset="0"/>
              </a:rPr>
              <a:t>22.7%</a:t>
            </a:r>
            <a:r>
              <a:rPr lang="en-US" altLang="zh-TW" sz="1800" dirty="0">
                <a:latin typeface="Candara" panose="020E0502030303020204" pitchFamily="34" charset="0"/>
              </a:rPr>
              <a:t> after providing examples.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1800" b="1" dirty="0">
                <a:latin typeface="Candara" panose="020E0502030303020204" pitchFamily="34" charset="0"/>
              </a:rPr>
              <a:t>Increased Error:</a:t>
            </a:r>
            <a:r>
              <a:rPr lang="en-US" altLang="zh-TW" sz="1800" dirty="0">
                <a:latin typeface="Candara" panose="020E0502030303020204" pitchFamily="34" charset="0"/>
              </a:rPr>
              <a:t> MAE worsened from 0.68 to </a:t>
            </a:r>
            <a:r>
              <a:rPr lang="en-US" altLang="zh-TW" sz="1800" b="1" dirty="0">
                <a:latin typeface="Candara" panose="020E0502030303020204" pitchFamily="34" charset="0"/>
              </a:rPr>
              <a:t>0.86</a:t>
            </a:r>
            <a:r>
              <a:rPr lang="en-US" altLang="zh-TW" sz="1800" dirty="0">
                <a:latin typeface="Candara" panose="020E0502030303020204" pitchFamily="34" charset="0"/>
              </a:rPr>
              <a:t>, suggesting potential confusion or overfitting to this specific prompt.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TW" sz="1800" dirty="0">
              <a:latin typeface="Candara" panose="020E0502030303020204" pitchFamily="34" charset="0"/>
            </a:endParaRPr>
          </a:p>
          <a:p>
            <a:r>
              <a:rPr lang="en-US" altLang="zh-TW" sz="1800" b="1" dirty="0">
                <a:latin typeface="Candara" panose="020E0502030303020204" pitchFamily="34" charset="0"/>
              </a:rPr>
              <a:t>DeepSeek-R1 (Consistently High Error)</a:t>
            </a:r>
            <a:endParaRPr lang="en-US" altLang="zh-TW" sz="1800" dirty="0">
              <a:latin typeface="Candara" panose="020E0502030303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1800" b="1" dirty="0">
                <a:latin typeface="Candara" panose="020E0502030303020204" pitchFamily="34" charset="0"/>
              </a:rPr>
              <a:t>Struggle with Standards:</a:t>
            </a:r>
            <a:r>
              <a:rPr lang="en-US" altLang="zh-TW" sz="1800" dirty="0">
                <a:latin typeface="Candara" panose="020E0502030303020204" pitchFamily="34" charset="0"/>
              </a:rPr>
              <a:t> Prediction error (RMSE) remained consistently high (0.98 - 1.15) regardless of whether examples were provided.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1800" b="1" dirty="0">
                <a:latin typeface="Candara" panose="020E0502030303020204" pitchFamily="34" charset="0"/>
              </a:rPr>
              <a:t>Large Distribution Gap:</a:t>
            </a:r>
            <a:r>
              <a:rPr lang="en-US" altLang="zh-TW" sz="1800" dirty="0">
                <a:latin typeface="Candara" panose="020E0502030303020204" pitchFamily="34" charset="0"/>
              </a:rPr>
              <a:t> In the Non-Shot setting, WD reached </a:t>
            </a:r>
            <a:r>
              <a:rPr lang="en-US" altLang="zh-TW" sz="1800" b="1" dirty="0">
                <a:latin typeface="Candara" panose="020E0502030303020204" pitchFamily="34" charset="0"/>
              </a:rPr>
              <a:t>0.86</a:t>
            </a:r>
            <a:r>
              <a:rPr lang="en-US" altLang="zh-TW" sz="1800" dirty="0">
                <a:latin typeface="Candara" panose="020E0502030303020204" pitchFamily="34" charset="0"/>
              </a:rPr>
              <a:t>, indicating a significant divergence between its scoring logic and the experts’.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TW" sz="1800" dirty="0">
              <a:latin typeface="Candara" panose="020E0502030303020204" pitchFamily="34" charset="0"/>
            </a:endParaRPr>
          </a:p>
          <a:p>
            <a:r>
              <a:rPr lang="en-US" altLang="zh-TW" sz="1800" b="1" dirty="0">
                <a:latin typeface="Candara" panose="020E0502030303020204" pitchFamily="34" charset="0"/>
              </a:rPr>
              <a:t>Overall Observation</a:t>
            </a:r>
            <a:endParaRPr lang="en-US" altLang="zh-TW" sz="1800" dirty="0">
              <a:latin typeface="Candara" panose="020E0502030303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1800" b="1" dirty="0">
                <a:latin typeface="Candara" panose="020E0502030303020204" pitchFamily="34" charset="0"/>
              </a:rPr>
              <a:t>The Few-Shot Effect:</a:t>
            </a:r>
            <a:r>
              <a:rPr lang="en-US" altLang="zh-TW" sz="1800" dirty="0">
                <a:latin typeface="Candara" panose="020E0502030303020204" pitchFamily="34" charset="0"/>
              </a:rPr>
              <a:t> Ainterference for GPT-5.cted as a powerful booster for GPT-4 and Mistral, but caused negative</a:t>
            </a:r>
          </a:p>
        </p:txBody>
      </p:sp>
    </p:spTree>
    <p:extLst>
      <p:ext uri="{BB962C8B-B14F-4D97-AF65-F5344CB8AC3E}">
        <p14:creationId xmlns:p14="http://schemas.microsoft.com/office/powerpoint/2010/main" val="12431152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46DA2C-4BBB-6803-071B-27BCA1A5C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Potential Causes for Few-Shot Degradation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B0AEA02-2DAE-2D35-1DFF-B9865F75227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33</a:t>
            </a:fld>
            <a:endParaRPr 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AEC89E6-E4C7-8164-0876-F3D7126CB88D}"/>
              </a:ext>
            </a:extLst>
          </p:cNvPr>
          <p:cNvSpPr txBox="1"/>
          <p:nvPr/>
        </p:nvSpPr>
        <p:spPr>
          <a:xfrm>
            <a:off x="1656000" y="612000"/>
            <a:ext cx="784535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0" b="1" dirty="0">
                <a:latin typeface="Candara" panose="020E0502030303020204" pitchFamily="34" charset="0"/>
              </a:rPr>
              <a:t>Implementation Discrepancy (GUI vs. API)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800" dirty="0">
                <a:latin typeface="Candara" panose="020E0502030303020204" pitchFamily="34" charset="0"/>
              </a:rPr>
              <a:t>Interface Inconsistency: Non-Shot tests utilized the Graphical User Interface (GUI), which often includes optimized system prompts; whereas Few-Shot tests switched to the API for automation.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800" dirty="0">
                <a:latin typeface="Candara" panose="020E0502030303020204" pitchFamily="34" charset="0"/>
              </a:rPr>
              <a:t>Parameter Sensitivity: Default API settings (e.g., Temperature) may differ from the specific modes used in the GUI, altering the output distribution and scoring stability.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1800" dirty="0">
              <a:latin typeface="Candara" panose="020E05020303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1800" dirty="0">
              <a:latin typeface="Candara" panose="020E0502030303020204" pitchFamily="34" charset="0"/>
            </a:endParaRPr>
          </a:p>
          <a:p>
            <a:r>
              <a:rPr lang="en-US" altLang="zh-TW" sz="1800" b="1" dirty="0">
                <a:latin typeface="Candara" panose="020E0502030303020204" pitchFamily="34" charset="0"/>
              </a:rPr>
              <a:t>Negative Transfer from Examples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800" dirty="0">
                <a:latin typeface="Candara" panose="020E0502030303020204" pitchFamily="34" charset="0"/>
              </a:rPr>
              <a:t>Alignment Issues</a:t>
            </a:r>
            <a:r>
              <a:rPr lang="en-US" altLang="zh-TW" sz="1800" b="1" dirty="0">
                <a:latin typeface="Candara" panose="020E0502030303020204" pitchFamily="34" charset="0"/>
              </a:rPr>
              <a:t>:</a:t>
            </a:r>
            <a:r>
              <a:rPr lang="en-US" altLang="zh-TW" sz="1800" dirty="0">
                <a:latin typeface="Candara" panose="020E0502030303020204" pitchFamily="34" charset="0"/>
              </a:rPr>
              <a:t> The model might overfit to the specific idiosyncrasies of the examples rather than applying the general MDS-UPDRS criteria.</a:t>
            </a:r>
            <a:endParaRPr lang="zh-TW" altLang="en-US" sz="1800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4678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D4E66-3DDD-D1E0-579F-FF46C6C9A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647797-6517-E291-08BE-EF9812438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0410" y="3046359"/>
            <a:ext cx="10330352" cy="765282"/>
          </a:xfrm>
        </p:spPr>
        <p:txBody>
          <a:bodyPr>
            <a:noAutofit/>
          </a:bodyPr>
          <a:lstStyle/>
          <a:p>
            <a:pPr marL="50800" algn="ctr"/>
            <a:r>
              <a:rPr lang="en-US" altLang="zh-TW" sz="8000"/>
              <a:t>Future work</a:t>
            </a:r>
            <a:endParaRPr lang="en-US" altLang="zh-TW" sz="8000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5D206BF-5B25-C226-2DF8-D4DA141FEC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1103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27311D-0B70-5CC7-F932-D5E41763B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Future work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8B30C7B-2F04-71F7-C1EE-16D2FAD48E1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35</a:t>
            </a:fld>
            <a:endParaRPr 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2322887-56B5-D1F9-361C-74CFA5C105AF}"/>
              </a:ext>
            </a:extLst>
          </p:cNvPr>
          <p:cNvSpPr txBox="1"/>
          <p:nvPr/>
        </p:nvSpPr>
        <p:spPr>
          <a:xfrm>
            <a:off x="1656000" y="612000"/>
            <a:ext cx="7505959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400" indent="0">
              <a:buNone/>
            </a:pPr>
            <a:r>
              <a:rPr lang="en-US" altLang="zh-TW" sz="2400" b="1" dirty="0">
                <a:latin typeface="Candara" panose="020E0502030303020204" pitchFamily="34" charset="0"/>
              </a:rPr>
              <a:t>Validation of Environment &amp; Tool Impact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Candara" panose="020E0502030303020204" pitchFamily="34" charset="0"/>
              </a:rPr>
              <a:t>GUI Re-evaluation</a:t>
            </a:r>
            <a:r>
              <a:rPr lang="en-US" altLang="zh-TW" sz="2400" b="1" dirty="0">
                <a:latin typeface="Candara" panose="020E0502030303020204" pitchFamily="34" charset="0"/>
              </a:rPr>
              <a:t>:</a:t>
            </a:r>
            <a:r>
              <a:rPr lang="en-US" altLang="zh-TW" sz="2400" dirty="0">
                <a:latin typeface="Candara" panose="020E0502030303020204" pitchFamily="34" charset="0"/>
              </a:rPr>
              <a:t> Conduct Few-Shot re-tests using the Graphical User Interface (GUI) for models that showed degradation (e.g., GPT-5).</a:t>
            </a:r>
          </a:p>
          <a:p>
            <a:endParaRPr lang="en-US" altLang="zh-TW" sz="2400" b="1" dirty="0">
              <a:latin typeface="Candara" panose="020E0502030303020204" pitchFamily="34" charset="0"/>
            </a:endParaRPr>
          </a:p>
          <a:p>
            <a:pPr marL="25400" indent="0">
              <a:buNone/>
            </a:pPr>
            <a:r>
              <a:rPr lang="en-US" altLang="zh-TW" sz="2400" b="1" dirty="0">
                <a:latin typeface="Candara" panose="020E0502030303020204" pitchFamily="34" charset="0"/>
              </a:rPr>
              <a:t>Integration of Retrieval-Augmented Generation (RAG)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Candara" panose="020E0502030303020204" pitchFamily="34" charset="0"/>
              </a:rPr>
              <a:t>Construct a database containing MDS-UPDRS guidelines, clinical case studies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2400" dirty="0">
              <a:latin typeface="Candara" panose="020E0502030303020204" pitchFamily="34" charset="0"/>
            </a:endParaRPr>
          </a:p>
          <a:p>
            <a:pPr marL="25400" indent="0">
              <a:buNone/>
            </a:pPr>
            <a:r>
              <a:rPr lang="en-US" altLang="zh-TW" sz="2400" b="1" dirty="0">
                <a:latin typeface="Candara" panose="020E0502030303020204" pitchFamily="34" charset="0"/>
              </a:rPr>
              <a:t>Enhanced Feature Extraction:</a:t>
            </a:r>
            <a:r>
              <a:rPr lang="en-US" altLang="zh-TW" sz="2400" dirty="0">
                <a:latin typeface="Candara" panose="020E050203030302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Candara" panose="020E0502030303020204" pitchFamily="34" charset="0"/>
              </a:rPr>
              <a:t>Incorporate a lightweight neural network (e.g., CNN or LSTM) prior to the LLM to specifically process time-series data and extract precise numerical features (e.g., decay rate, coefficient of variation).</a:t>
            </a:r>
            <a:endParaRPr lang="zh-TW" altLang="en-US" sz="2400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69117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F6DD4-0267-5DE6-0720-11C8AB014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9E14A2-E12A-D69A-D186-965117C6E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8980" y="3046359"/>
            <a:ext cx="10330352" cy="765282"/>
          </a:xfrm>
        </p:spPr>
        <p:txBody>
          <a:bodyPr>
            <a:noAutofit/>
          </a:bodyPr>
          <a:lstStyle/>
          <a:p>
            <a:pPr algn="ctr"/>
            <a:r>
              <a:rPr lang="en-US" altLang="zh-TW" sz="6400" dirty="0"/>
              <a:t>Thank you for listening</a:t>
            </a:r>
            <a:endParaRPr lang="zh-TW" altLang="en-US" sz="6400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69DF189B-2B77-0746-33A2-71F7444BEFF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8591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6">
      <a:dk1>
        <a:srgbClr val="000000"/>
      </a:dk1>
      <a:lt1>
        <a:srgbClr val="35ADC8"/>
      </a:lt1>
      <a:dk2>
        <a:srgbClr val="0D5A76"/>
      </a:dk2>
      <a:lt2>
        <a:srgbClr val="1B95BD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E5A76"/>
      </a:hlink>
      <a:folHlink>
        <a:srgbClr val="0E5A7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24104</TotalTime>
  <Words>1772</Words>
  <Application>Microsoft Office PowerPoint</Application>
  <PresentationFormat>寬螢幕</PresentationFormat>
  <Paragraphs>204</Paragraphs>
  <Slides>36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36</vt:i4>
      </vt:variant>
    </vt:vector>
  </HeadingPairs>
  <TitlesOfParts>
    <vt:vector size="41" baseType="lpstr">
      <vt:lpstr>Cadara</vt:lpstr>
      <vt:lpstr>Arial</vt:lpstr>
      <vt:lpstr>Calibri</vt:lpstr>
      <vt:lpstr>Candara</vt:lpstr>
      <vt:lpstr>Office Theme</vt:lpstr>
      <vt:lpstr>Evaluating a Large Language Models for MDS-UPDRS Finger Tapping Severity Assessment</vt:lpstr>
      <vt:lpstr>Outline </vt:lpstr>
      <vt:lpstr>Background</vt:lpstr>
      <vt:lpstr>Background</vt:lpstr>
      <vt:lpstr>Demographic Characteristics of Participants</vt:lpstr>
      <vt:lpstr>Introduction</vt:lpstr>
      <vt:lpstr>What are Tokens?</vt:lpstr>
      <vt:lpstr>Comparison of non-shot prompt</vt:lpstr>
      <vt:lpstr>Comparison of few-shot prompt</vt:lpstr>
      <vt:lpstr>Method</vt:lpstr>
      <vt:lpstr>Data Processing Pipeline</vt:lpstr>
      <vt:lpstr>Non-shot prompting</vt:lpstr>
      <vt:lpstr>Non-shot prompting</vt:lpstr>
      <vt:lpstr>Few-shot prompting</vt:lpstr>
      <vt:lpstr>Few-shot prompting</vt:lpstr>
      <vt:lpstr>Few-shot prompting</vt:lpstr>
      <vt:lpstr>Results</vt:lpstr>
      <vt:lpstr>Non-shot</vt:lpstr>
      <vt:lpstr>PowerPoint 簡報</vt:lpstr>
      <vt:lpstr>PowerPoint 簡報</vt:lpstr>
      <vt:lpstr>PowerPoint 簡報</vt:lpstr>
      <vt:lpstr>PowerPoint 簡報</vt:lpstr>
      <vt:lpstr>Few-shot prompting</vt:lpstr>
      <vt:lpstr>Few-shot</vt:lpstr>
      <vt:lpstr>PowerPoint 簡報</vt:lpstr>
      <vt:lpstr>PowerPoint 簡報</vt:lpstr>
      <vt:lpstr>Conclusion</vt:lpstr>
      <vt:lpstr>Non-shot prompting</vt:lpstr>
      <vt:lpstr>Few-shot prompting</vt:lpstr>
      <vt:lpstr>Disscussion</vt:lpstr>
      <vt:lpstr>Top Performing Models</vt:lpstr>
      <vt:lpstr>Notable Trends &amp; Anomalies</vt:lpstr>
      <vt:lpstr>Potential Causes for Few-Shot Degradation</vt:lpstr>
      <vt:lpstr>Future work</vt:lpstr>
      <vt:lpstr>Future work</vt:lpstr>
      <vt:lpstr>Thank you for listening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Forecasting of individual’s COVID-19 prognosis</dc:title>
  <dc:creator>Torbjörn Nordling</dc:creator>
  <cp:lastModifiedBy>星馳 王</cp:lastModifiedBy>
  <cp:revision>381</cp:revision>
  <dcterms:created xsi:type="dcterms:W3CDTF">2019-05-24T02:26:25Z</dcterms:created>
  <dcterms:modified xsi:type="dcterms:W3CDTF">2026-01-06T09:20:35Z</dcterms:modified>
</cp:coreProperties>
</file>